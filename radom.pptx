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4" r:id="rId7"/>
    <p:sldId id="257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3" d="100"/>
          <a:sy n="83" d="100"/>
        </p:scale>
        <p:origin x="384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739E0E-FF07-4B77-B82B-310002F537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02288DB-D16A-49AC-8B1C-EF7705411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2A648B-272B-42F7-9597-E5921E5FB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3D55B03-54C9-4528-8759-5F114719E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1C1364-2B8F-41CD-839D-1D9A69C12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0447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4D9EC7-CF3F-427F-AB40-6B5F44B28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35E6C1-8035-4780-98FD-317395D5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EB39E5-89A9-4DE1-8C6F-D42449A2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6D811D-4727-4BC1-8642-B003BFDE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95C6D1-BD04-449E-8510-5977E8B6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0280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BA3CB2-58C0-4AB1-AC69-9B81E82D9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18DCB6-6EBA-4520-91C8-2CCBA104A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522104-F2FE-4BD0-AF30-311282611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CD85C0-879F-44B1-BB02-9ED3ED65D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F2A72-7A44-41B3-B9CC-ABD759F34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622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6A0E87-A22E-459B-A3D4-6143D5F4A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B1341E-D5E4-4AE9-9A24-0691D68B00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272B2E-A5E8-4CB4-A3DE-CBF2DA66B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4B88DB-AC3F-4722-874A-E01DD95CF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308629C-A107-46E9-8FEB-A82EF4A1D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80D6579-4CBF-4833-A228-6A7B0CBF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23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C68BE5-058B-444B-8E75-B6BB5737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3FC1C9B-B0E3-49CA-B18D-6979FBE52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E3198B-D2CA-4B38-92B0-919D60300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63A5956-9405-40B6-A8A9-EFD60130C5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35BEB9-9726-4535-95E8-665DC7286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6C33B6-3FF8-4061-9101-5F35CF723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3A7EB9-3341-4653-BC9C-29CC43922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DB32C49-4CB9-4657-8954-2C8090EE3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2264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89999C-86E2-4494-812A-7D40A7C0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B156B29-7991-432D-BA8A-7ECC5DDC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DBC979-C5AA-4A57-9EB4-8CF9B77B2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E4BF8B7-E769-450D-A486-8D1C7974D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834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7401BC-5EC2-431B-B479-B62C9604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B2784F4-A662-4548-8342-5E279BB5C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B9631A4-1124-4E03-ABAB-ABB11EF9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697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DEEC5B-AC2E-4477-9D54-B1804C835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CF392B-5B68-4D5B-ADC7-A617636D2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2DE7EE-FC73-4E40-92F5-0AFFA4D84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C5D8EB-3C38-47CC-8CDA-B61EE44D1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9A4361-7260-4D71-823E-4A8CF949E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EFB2E1-0FCF-4718-9C17-D893D543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512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82F20A-193C-45F4-AF1D-54F8B566C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BFB532C-19CC-4C40-B3AA-8CAA247476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07EC96-7476-4CA2-B238-88300A5665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ECF79E-1AA2-427A-A42C-2D1F11DDA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0A9C01-D3F2-4CAE-B2BB-608CE21EA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3B1F36-3C77-4AA4-80F9-BD98E3DD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5605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8D7325-A42B-4361-9D69-41F9AF8D6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62ADE20-C884-4F66-8F74-F3CB0F43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75217B-C829-4F0E-9867-AD948D73D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4E3717-6B6C-43AE-8420-1D2C479D6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81F404-E588-4E9A-A531-702FAB39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9419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CDB85BB-932C-4210-8B64-F13EC0F235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CE00C56-3B62-44D6-BF07-75F7037135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45FEB5-50F0-4BE3-B892-7A98599D9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C8BBFD-BDF5-4ED9-A6F3-4A9AF4535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1F4EEA-6949-4DB6-94EF-7D1AD3558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4820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6A3FA6B-24FC-4BA4-802F-6D7F49DDB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9D9668-CE67-4C47-B9DE-858D16B86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E5385A-C38A-41ED-AB78-1C5B9A7C4E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F1DF5-E594-4A89-BAD8-7D6BB918245E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E26447-440C-457B-833F-953196A29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B7AE62-806C-4E9C-98ED-A6E2FB8A5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6185B-0941-42EA-9BEA-8F42207FF5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4665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C1A724-8824-4A28-B35B-BACD25667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확률과통계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D47DC0-89CF-4DD3-8877-6F362975E1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zh-CN" sz="1200" dirty="0"/>
          </a:p>
          <a:p>
            <a:r>
              <a:rPr lang="en-US" altLang="zh-CN" sz="3600" dirty="0"/>
              <a:t>Homework #1</a:t>
            </a:r>
            <a:endParaRPr lang="zh-CN" altLang="en-US" sz="3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7C853-BE26-42F0-AF5D-FA18984552ED}"/>
              </a:ext>
            </a:extLst>
          </p:cNvPr>
          <p:cNvSpPr txBox="1"/>
          <p:nvPr/>
        </p:nvSpPr>
        <p:spPr>
          <a:xfrm>
            <a:off x="8112869" y="5474027"/>
            <a:ext cx="35116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2018000337  </a:t>
            </a:r>
            <a:r>
              <a:rPr lang="ko-KR" altLang="en-US" sz="2800" dirty="0"/>
              <a:t>장호우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870195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3ABB3C-D8E5-4643-BF9F-E68A110DB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Content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D74787-5266-46EA-8A63-F139ACF7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Figure 1 with Poisson distribution </a:t>
            </a:r>
          </a:p>
          <a:p>
            <a:endParaRPr lang="en-US" altLang="zh-CN" dirty="0"/>
          </a:p>
          <a:p>
            <a:r>
              <a:rPr lang="en-US" altLang="zh-CN" dirty="0"/>
              <a:t>Figure 2 with Exponential distribution</a:t>
            </a:r>
          </a:p>
          <a:p>
            <a:endParaRPr lang="en-US" altLang="zh-CN" dirty="0"/>
          </a:p>
          <a:p>
            <a:r>
              <a:rPr lang="en-US" altLang="zh-CN" dirty="0"/>
              <a:t>Figure 3 with Erlang-2 distribution</a:t>
            </a:r>
          </a:p>
          <a:p>
            <a:endParaRPr lang="en-US" altLang="zh-CN" dirty="0"/>
          </a:p>
          <a:p>
            <a:r>
              <a:rPr lang="en-US" altLang="zh-CN" dirty="0"/>
              <a:t>Q &amp; A</a:t>
            </a:r>
          </a:p>
          <a:p>
            <a:endParaRPr lang="en-US" altLang="zh-CN" dirty="0"/>
          </a:p>
          <a:p>
            <a:r>
              <a:rPr lang="en-US" altLang="zh-CN" dirty="0"/>
              <a:t>All Codes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6824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90987-E577-488B-9C12-886B8ECB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/>
              <a:t>Figure 1</a:t>
            </a:r>
            <a:endParaRPr lang="zh-CN" altLang="en-US" b="1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1E765E9-EFE9-4366-8B89-5DE50F76B6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944" y="3429000"/>
            <a:ext cx="4572000" cy="3429000"/>
          </a:xfr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4EB35D3-CF60-41D5-8024-4FD040DB1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888" y="0"/>
            <a:ext cx="5524112" cy="3429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5415C3FC-71F2-4EAD-988F-FDBECFD74A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403" y="2279149"/>
            <a:ext cx="2587469" cy="76102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96FD18DE-ADBF-454E-9F8F-642A378BC995}"/>
              </a:ext>
            </a:extLst>
          </p:cNvPr>
          <p:cNvSpPr txBox="1"/>
          <p:nvPr/>
        </p:nvSpPr>
        <p:spPr>
          <a:xfrm>
            <a:off x="972854" y="3439092"/>
            <a:ext cx="51231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When the </a:t>
            </a:r>
            <a:r>
              <a:rPr lang="el-GR" altLang="zh-CN" dirty="0"/>
              <a:t>λ</a:t>
            </a:r>
            <a:r>
              <a:rPr lang="en-US" altLang="zh-CN" dirty="0"/>
              <a:t> = 10, the figure of Poisson distribution was as same as the result of program.</a:t>
            </a:r>
          </a:p>
          <a:p>
            <a:endParaRPr lang="en-US" altLang="zh-CN" dirty="0"/>
          </a:p>
          <a:p>
            <a:r>
              <a:rPr lang="en-US" altLang="zh-CN" dirty="0"/>
              <a:t>P.S. in my program, I generated 100 random numbers between 0 and 9 each time. So the occurred times of number Zero should be 10 times in average.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37132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90987-E577-488B-9C12-886B8ECB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/>
              <a:t>Figure 2</a:t>
            </a:r>
            <a:endParaRPr lang="zh-CN" altLang="en-US" b="1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842AFAE-9F01-49AA-9883-22D7DBE0EA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944" y="3429000"/>
            <a:ext cx="4572000" cy="3429000"/>
          </a:xfr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0D9DD3B-CF44-4990-BE8B-497E1919C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888" y="0"/>
            <a:ext cx="5524112" cy="3429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9EF77D68-E0E5-4425-A918-9AEA7E36B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937" y="2290619"/>
            <a:ext cx="3882894" cy="840158"/>
          </a:xfrm>
          <a:prstGeom prst="rect">
            <a:avLst/>
          </a:prstGeom>
        </p:spPr>
      </p:pic>
      <p:sp>
        <p:nvSpPr>
          <p:cNvPr id="48" name="文本框 47">
            <a:extLst>
              <a:ext uri="{FF2B5EF4-FFF2-40B4-BE49-F238E27FC236}">
                <a16:creationId xmlns:a16="http://schemas.microsoft.com/office/drawing/2014/main" id="{8D77A959-CCC2-4CD7-AB1E-EC6225DB32F7}"/>
              </a:ext>
            </a:extLst>
          </p:cNvPr>
          <p:cNvSpPr txBox="1"/>
          <p:nvPr/>
        </p:nvSpPr>
        <p:spPr>
          <a:xfrm>
            <a:off x="972854" y="3439092"/>
            <a:ext cx="512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When the </a:t>
            </a:r>
            <a:r>
              <a:rPr lang="el-GR" altLang="zh-CN" dirty="0"/>
              <a:t>λ</a:t>
            </a:r>
            <a:r>
              <a:rPr lang="en-US" altLang="zh-CN" dirty="0"/>
              <a:t> = 2, the figure of Exponential distribution was as same as the result of program.</a:t>
            </a:r>
          </a:p>
        </p:txBody>
      </p:sp>
    </p:spTree>
    <p:extLst>
      <p:ext uri="{BB962C8B-B14F-4D97-AF65-F5344CB8AC3E}">
        <p14:creationId xmlns:p14="http://schemas.microsoft.com/office/powerpoint/2010/main" val="3993547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90987-E577-488B-9C12-886B8ECB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Figure 3</a:t>
            </a:r>
            <a:endParaRPr lang="zh-CN" altLang="en-US" b="1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2EA1088-53EA-4B4D-8FDB-382B4E0654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344" y="3429000"/>
            <a:ext cx="4572000" cy="3429000"/>
          </a:xfr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8BC7A77D-9D3A-4297-BAEF-A3D8B4F03A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888" y="0"/>
            <a:ext cx="5524112" cy="3429000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1D187280-1A07-41CF-AF06-0B4072F7EF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2037" y="2216727"/>
            <a:ext cx="4805031" cy="91829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AC5515A-417B-4679-B491-882EB7490E65}"/>
              </a:ext>
            </a:extLst>
          </p:cNvPr>
          <p:cNvSpPr txBox="1"/>
          <p:nvPr/>
        </p:nvSpPr>
        <p:spPr>
          <a:xfrm>
            <a:off x="972854" y="3439092"/>
            <a:ext cx="5123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When the µ = 3,</a:t>
            </a:r>
            <a:r>
              <a:rPr lang="zh-CN" altLang="en-US" dirty="0"/>
              <a:t> </a:t>
            </a:r>
            <a:r>
              <a:rPr lang="en-US" altLang="zh-CN" dirty="0"/>
              <a:t>k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2, the figure of Erlang-2 distribution was as same as the result of program that x ≥ 3.</a:t>
            </a:r>
          </a:p>
          <a:p>
            <a:endParaRPr lang="en-US" altLang="zh-CN" dirty="0"/>
          </a:p>
          <a:p>
            <a:r>
              <a:rPr lang="en-US" altLang="zh-CN" dirty="0"/>
              <a:t>The time interval should not be less than 3, when the number Zero is three consecutive occurrences.</a:t>
            </a:r>
          </a:p>
        </p:txBody>
      </p:sp>
    </p:spTree>
    <p:extLst>
      <p:ext uri="{BB962C8B-B14F-4D97-AF65-F5344CB8AC3E}">
        <p14:creationId xmlns:p14="http://schemas.microsoft.com/office/powerpoint/2010/main" val="1111276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F30767-1D24-4E61-9482-EF20A82B0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 &amp; A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D87BB1-D6C5-4CDF-9436-701A1CC5B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How many times and which method the random number occurred?</a:t>
            </a:r>
          </a:p>
          <a:p>
            <a:pPr marL="0" indent="0">
              <a:buNone/>
            </a:pPr>
            <a:r>
              <a:rPr lang="en-US" altLang="zh-CN" sz="2400" dirty="0"/>
              <a:t>I used “</a:t>
            </a:r>
            <a:r>
              <a:rPr lang="en-US" altLang="zh-CN" sz="2400" dirty="0" err="1"/>
              <a:t>numpy.random.randint</a:t>
            </a:r>
            <a:r>
              <a:rPr lang="en-US" altLang="zh-CN" sz="2400" dirty="0"/>
              <a:t>” to generate ten million random numbers in my Python program.</a:t>
            </a:r>
          </a:p>
          <a:p>
            <a:endParaRPr lang="en-US" altLang="zh-CN" dirty="0"/>
          </a:p>
          <a:p>
            <a:r>
              <a:rPr lang="en-US" altLang="zh-CN" dirty="0"/>
              <a:t>How to build the model for the time interval?</a:t>
            </a:r>
          </a:p>
          <a:p>
            <a:pPr marL="0" indent="0">
              <a:buNone/>
            </a:pPr>
            <a:r>
              <a:rPr lang="en-US" altLang="zh-CN" sz="2400" dirty="0"/>
              <a:t>I generated many random numbers at first and read these numbers one by one in each time. So the time interval just means times of that program read these random numbers.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3233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内容占位符 8" descr="图片包含 屏幕截图&#10;&#10;描述已自动生成">
            <a:extLst>
              <a:ext uri="{FF2B5EF4-FFF2-40B4-BE49-F238E27FC236}">
                <a16:creationId xmlns:a16="http://schemas.microsoft.com/office/drawing/2014/main" id="{1929A699-B6F7-44C4-B646-29AD075A5D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4" t="3980" r="31063" b="50541"/>
          <a:stretch/>
        </p:blipFill>
        <p:spPr>
          <a:xfrm>
            <a:off x="0" y="160509"/>
            <a:ext cx="6293795" cy="6536982"/>
          </a:xfr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5473690F-5DD8-4308-A269-8063067B1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/>
              <a:t>All Codes</a:t>
            </a:r>
            <a:endParaRPr lang="zh-CN" altLang="en-US" b="1" dirty="0"/>
          </a:p>
        </p:txBody>
      </p:sp>
      <p:pic>
        <p:nvPicPr>
          <p:cNvPr id="13" name="内容占位符 8" descr="图片包含 屏幕截图&#10;&#10;描述已自动生成">
            <a:extLst>
              <a:ext uri="{FF2B5EF4-FFF2-40B4-BE49-F238E27FC236}">
                <a16:creationId xmlns:a16="http://schemas.microsoft.com/office/drawing/2014/main" id="{B4D1533A-3605-40B2-96C4-00582D87E7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4" t="48308" r="31063" b="3980"/>
          <a:stretch/>
        </p:blipFill>
        <p:spPr>
          <a:xfrm>
            <a:off x="5898205" y="-2"/>
            <a:ext cx="6293795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27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233</Words>
  <Application>Microsoft Office PowerPoint</Application>
  <PresentationFormat>宽屏</PresentationFormat>
  <Paragraphs>31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확률과통계</vt:lpstr>
      <vt:lpstr>Content</vt:lpstr>
      <vt:lpstr>Figure 1</vt:lpstr>
      <vt:lpstr>Figure 2</vt:lpstr>
      <vt:lpstr>Figure 3</vt:lpstr>
      <vt:lpstr>Q &amp; A</vt:lpstr>
      <vt:lpstr>All Codes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확률과통계</dc:title>
  <dc:creator>张昊宇</dc:creator>
  <cp:lastModifiedBy>张昊宇</cp:lastModifiedBy>
  <cp:revision>37</cp:revision>
  <dcterms:created xsi:type="dcterms:W3CDTF">2019-05-05T13:00:48Z</dcterms:created>
  <dcterms:modified xsi:type="dcterms:W3CDTF">2019-05-07T13:07:57Z</dcterms:modified>
</cp:coreProperties>
</file>