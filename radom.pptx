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4" r:id="rId7"/>
    <p:sldId id="25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6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91" y="149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39E0E-FF07-4B77-B82B-310002F53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2288DB-D16A-49AC-8B1C-EF7705411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2A648B-272B-42F7-9597-E5921E5F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D55B03-54C9-4528-8759-5F114719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1C1364-2B8F-41CD-839D-1D9A69C1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44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D9EC7-CF3F-427F-AB40-6B5F44B2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35E6C1-8035-4780-98FD-317395D52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EB39E5-89A9-4DE1-8C6F-D42449A2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6D811D-4727-4BC1-8642-B003BFDE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C6D1-BD04-449E-8510-5977E8B6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8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A3CB2-58C0-4AB1-AC69-9B81E82D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18DCB6-6EBA-4520-91C8-2CCBA104A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22104-F2FE-4BD0-AF30-31128261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D85C0-879F-44B1-BB02-9ED3ED65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F2A72-7A44-41B3-B9CC-ABD759F3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22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A0E87-A22E-459B-A3D4-6143D5F4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1341E-D5E4-4AE9-9A24-0691D68B0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272B2E-A5E8-4CB4-A3DE-CBF2DA66B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4B88DB-AC3F-4722-874A-E01DD95C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08629C-A107-46E9-8FEB-A82EF4A1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0D6579-4CBF-4833-A228-6A7B0CBF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3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68BE5-058B-444B-8E75-B6BB5737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FC1C9B-B0E3-49CA-B18D-6979FBE52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E3198B-D2CA-4B38-92B0-919D60300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3A5956-9405-40B6-A8A9-EFD60130C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35BEB9-9726-4535-95E8-665DC7286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6C33B6-3FF8-4061-9101-5F35CF72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3A7EB9-3341-4653-BC9C-29CC4392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B32C49-4CB9-4657-8954-2C8090EE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26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9999C-86E2-4494-812A-7D40A7C0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156B29-7991-432D-BA8A-7ECC5DDC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DBC979-C5AA-4A57-9EB4-8CF9B77B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4BF8B7-E769-450D-A486-8D1C7974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3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7401BC-5EC2-431B-B479-B62C9604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2784F4-A662-4548-8342-5E279BB5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9631A4-1124-4E03-ABAB-ABB11EF9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69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EEC5B-AC2E-4477-9D54-B1804C83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CF392B-5B68-4D5B-ADC7-A617636D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2DE7EE-FC73-4E40-92F5-0AFFA4D84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C5D8EB-3C38-47CC-8CDA-B61EE44D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A4361-7260-4D71-823E-4A8CF949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FB2E1-0FCF-4718-9C17-D893D543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12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2F20A-193C-45F4-AF1D-54F8B566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FB532C-19CC-4C40-B3AA-8CAA24747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07EC96-7476-4CA2-B238-88300A566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CF79E-1AA2-427A-A42C-2D1F11DD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0A9C01-D3F2-4CAE-B2BB-608CE21E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3B1F36-3C77-4AA4-80F9-BD98E3DD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605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D7325-A42B-4361-9D69-41F9AF8D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2ADE20-C884-4F66-8F74-F3CB0F43B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5217B-C829-4F0E-9867-AD948D73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E3717-6B6C-43AE-8420-1D2C479D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81F404-E588-4E9A-A531-702FAB39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1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DB85BB-932C-4210-8B64-F13EC0F23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E00C56-3B62-44D6-BF07-75F703713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5FEB5-50F0-4BE3-B892-7A98599D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C8BBFD-BDF5-4ED9-A6F3-4A9AF453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F4EEA-6949-4DB6-94EF-7D1AD355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A3FA6B-24FC-4BA4-802F-6D7F49DD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9D9668-CE67-4C47-B9DE-858D16B86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E5385A-C38A-41ED-AB78-1C5B9A7C4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F1DF5-E594-4A89-BAD8-7D6BB918245E}" type="datetimeFigureOut">
              <a:rPr lang="zh-CN" altLang="en-US" smtClean="0"/>
              <a:t>2019/5/8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26447-440C-457B-833F-953196A29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7AE62-806C-4E9C-98ED-A6E2FB8A5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6185B-0941-42EA-9BEA-8F42207FF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66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1A724-8824-4A28-B35B-BACD25667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확률과통계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D47DC0-89CF-4DD3-8877-6F362975E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1200" dirty="0"/>
          </a:p>
          <a:p>
            <a:r>
              <a:rPr lang="en-US" altLang="zh-CN" sz="3600" dirty="0"/>
              <a:t>Homework #1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37C853-BE26-42F0-AF5D-FA18984552ED}"/>
              </a:ext>
            </a:extLst>
          </p:cNvPr>
          <p:cNvSpPr txBox="1"/>
          <p:nvPr/>
        </p:nvSpPr>
        <p:spPr>
          <a:xfrm>
            <a:off x="8112869" y="5474027"/>
            <a:ext cx="351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2018000337  </a:t>
            </a:r>
            <a:r>
              <a:rPr lang="ko-KR" altLang="en-US" sz="2800" dirty="0"/>
              <a:t>장호우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7019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ABB3C-D8E5-4643-BF9F-E68A110D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Content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74787-5266-46EA-8A63-F139ACF7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Figure 1 with Poisson distribution </a:t>
            </a:r>
          </a:p>
          <a:p>
            <a:endParaRPr lang="en-US" altLang="zh-CN" dirty="0"/>
          </a:p>
          <a:p>
            <a:r>
              <a:rPr lang="en-US" altLang="zh-CN" dirty="0"/>
              <a:t>Figure 2 with Exponential distribution</a:t>
            </a:r>
          </a:p>
          <a:p>
            <a:endParaRPr lang="en-US" altLang="zh-CN" dirty="0"/>
          </a:p>
          <a:p>
            <a:r>
              <a:rPr lang="en-US" altLang="zh-CN" dirty="0"/>
              <a:t>Figure 3 with Erlang-2 distribution</a:t>
            </a:r>
          </a:p>
          <a:p>
            <a:endParaRPr lang="en-US" altLang="zh-CN" dirty="0"/>
          </a:p>
          <a:p>
            <a:r>
              <a:rPr lang="en-US" altLang="zh-CN" dirty="0"/>
              <a:t>Q &amp; A</a:t>
            </a:r>
          </a:p>
          <a:p>
            <a:endParaRPr lang="en-US" altLang="zh-CN" dirty="0"/>
          </a:p>
          <a:p>
            <a:r>
              <a:rPr lang="en-US" altLang="zh-CN" dirty="0"/>
              <a:t>All Codes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682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90987-E577-488B-9C12-886B8ECB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Figure 1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1E765E9-EFE9-4366-8B89-5DE50F76B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44" y="3429000"/>
            <a:ext cx="4572000" cy="3429000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4EB35D3-CF60-41D5-8024-4FD040DB1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945" y="0"/>
            <a:ext cx="5727055" cy="3439092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5415C3FC-71F2-4EAD-988F-FDBECFD74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403" y="2279149"/>
            <a:ext cx="2587469" cy="76102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96FD18DE-ADBF-454E-9F8F-642A378BC995}"/>
              </a:ext>
            </a:extLst>
          </p:cNvPr>
          <p:cNvSpPr txBox="1"/>
          <p:nvPr/>
        </p:nvSpPr>
        <p:spPr>
          <a:xfrm>
            <a:off x="972854" y="3439092"/>
            <a:ext cx="5123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When the </a:t>
            </a:r>
            <a:r>
              <a:rPr lang="el-GR" altLang="zh-CN" dirty="0"/>
              <a:t>λ</a:t>
            </a:r>
            <a:r>
              <a:rPr lang="en-US" altLang="zh-CN" dirty="0"/>
              <a:t> = 10, the figure of Poisson distribution was as same as the result of program.</a:t>
            </a:r>
          </a:p>
          <a:p>
            <a:endParaRPr lang="en-US" altLang="zh-CN" dirty="0"/>
          </a:p>
          <a:p>
            <a:r>
              <a:rPr lang="en-US" altLang="zh-CN" dirty="0"/>
              <a:t>The program generated 100 random numbers between 0 and 9 every time. So the occurred times of number Zero should be 10 times in average.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713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90987-E577-488B-9C12-886B8ECB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Figure 2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842AFAE-9F01-49AA-9883-22D7DBE0E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44" y="3429000"/>
            <a:ext cx="4572000" cy="3429000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D9DD3B-CF44-4990-BE8B-497E1919C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946" y="0"/>
            <a:ext cx="5727053" cy="3439092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9EF77D68-E0E5-4425-A918-9AEA7E36B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937" y="2304219"/>
            <a:ext cx="3685161" cy="797373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8D77A959-CCC2-4CD7-AB1E-EC6225DB32F7}"/>
              </a:ext>
            </a:extLst>
          </p:cNvPr>
          <p:cNvSpPr txBox="1"/>
          <p:nvPr/>
        </p:nvSpPr>
        <p:spPr>
          <a:xfrm>
            <a:off x="972854" y="3439092"/>
            <a:ext cx="5123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When the </a:t>
            </a:r>
            <a:r>
              <a:rPr lang="el-GR" altLang="zh-CN" dirty="0"/>
              <a:t>λ</a:t>
            </a:r>
            <a:r>
              <a:rPr lang="en-US" altLang="zh-CN" dirty="0"/>
              <a:t> = 1, the figure of Exponential distribution was as same as the result of program.</a:t>
            </a:r>
          </a:p>
          <a:p>
            <a:endParaRPr lang="en-US" altLang="zh-CN" dirty="0"/>
          </a:p>
          <a:p>
            <a:r>
              <a:rPr lang="en-US" altLang="zh-CN" dirty="0"/>
              <a:t>The probability that two consecutive 0 generated is 1% and the program generated 100 random numbers each unit time. So the </a:t>
            </a:r>
            <a:r>
              <a:rPr lang="el-GR" altLang="zh-CN" dirty="0"/>
              <a:t>λ</a:t>
            </a:r>
            <a:r>
              <a:rPr lang="en-US" altLang="zh-CN" dirty="0"/>
              <a:t> should be 1.</a:t>
            </a:r>
          </a:p>
        </p:txBody>
      </p:sp>
    </p:spTree>
    <p:extLst>
      <p:ext uri="{BB962C8B-B14F-4D97-AF65-F5344CB8AC3E}">
        <p14:creationId xmlns:p14="http://schemas.microsoft.com/office/powerpoint/2010/main" val="399354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90987-E577-488B-9C12-886B8ECB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Figure 3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2EA1088-53EA-4B4D-8FDB-382B4E065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344" y="3429000"/>
            <a:ext cx="4572000" cy="3429000"/>
          </a:xfr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D187280-1A07-41CF-AF06-0B4072F7E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037" y="2206999"/>
            <a:ext cx="4805031" cy="9182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AC5515A-417B-4679-B491-882EB7490E65}"/>
              </a:ext>
            </a:extLst>
          </p:cNvPr>
          <p:cNvSpPr txBox="1"/>
          <p:nvPr/>
        </p:nvSpPr>
        <p:spPr>
          <a:xfrm>
            <a:off x="972854" y="3439092"/>
            <a:ext cx="5123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When the µ = 10,</a:t>
            </a:r>
            <a:r>
              <a:rPr lang="zh-CN" altLang="en-US" dirty="0"/>
              <a:t> </a:t>
            </a:r>
            <a:r>
              <a:rPr lang="en-US" altLang="zh-CN" dirty="0"/>
              <a:t>k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2, the result of program seems like a part of figure of Erlang-2 distribution.</a:t>
            </a:r>
          </a:p>
          <a:p>
            <a:endParaRPr lang="en-US" altLang="zh-CN" dirty="0"/>
          </a:p>
          <a:p>
            <a:r>
              <a:rPr lang="en-US" altLang="zh-CN" dirty="0"/>
              <a:t>The probability that three consecutive 0 generated is 1‰ and the program generated 100 random numbers each unit time. So the µ should be 10.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C7CD2E-04BD-4BD7-BC5A-278800CC8F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944" y="0"/>
            <a:ext cx="5727055" cy="343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7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30767-1D24-4E61-9482-EF20A82B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 &amp; A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87BB1-D6C5-4CDF-9436-701A1CC5B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many times and which method the random number occurred?</a:t>
            </a:r>
          </a:p>
          <a:p>
            <a:pPr marL="0" indent="0">
              <a:buNone/>
            </a:pPr>
            <a:r>
              <a:rPr lang="en-US" altLang="zh-CN" sz="2400" dirty="0"/>
              <a:t>I used “</a:t>
            </a:r>
            <a:r>
              <a:rPr lang="en-US" altLang="zh-CN" sz="2400" dirty="0" err="1"/>
              <a:t>numpy.random.randint</a:t>
            </a:r>
            <a:r>
              <a:rPr lang="en-US" altLang="zh-CN" sz="2400" dirty="0"/>
              <a:t>()” to generate ten million random numbers in my Python program.</a:t>
            </a:r>
          </a:p>
          <a:p>
            <a:endParaRPr lang="en-US" altLang="zh-CN" dirty="0"/>
          </a:p>
          <a:p>
            <a:r>
              <a:rPr lang="en-US" altLang="zh-CN" dirty="0"/>
              <a:t>How to build the model for the time interval?</a:t>
            </a:r>
          </a:p>
          <a:p>
            <a:pPr marL="0" indent="0">
              <a:buNone/>
            </a:pPr>
            <a:r>
              <a:rPr lang="en-US" altLang="zh-CN" sz="2400" dirty="0"/>
              <a:t>I generated ten million random numbers at first and read 100 numbers each unit time. So the time interval just means times of the program reads each 100 random numbers.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2336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3690F-5DD8-4308-A269-8063067B1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All Codes</a:t>
            </a:r>
            <a:endParaRPr lang="zh-CN" altLang="en-US" b="1" dirty="0"/>
          </a:p>
        </p:txBody>
      </p:sp>
      <p:pic>
        <p:nvPicPr>
          <p:cNvPr id="18" name="图片 17" descr="图片包含 屏幕截图&#10;&#10;描述已自动生成">
            <a:extLst>
              <a:ext uri="{FF2B5EF4-FFF2-40B4-BE49-F238E27FC236}">
                <a16:creationId xmlns:a16="http://schemas.microsoft.com/office/drawing/2014/main" id="{7496DD35-39D3-428E-8F84-B6042F13BD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21"/>
          <a:stretch/>
        </p:blipFill>
        <p:spPr>
          <a:xfrm>
            <a:off x="0" y="2987686"/>
            <a:ext cx="6096000" cy="3724400"/>
          </a:xfrm>
          <a:prstGeom prst="rect">
            <a:avLst/>
          </a:prstGeom>
        </p:spPr>
      </p:pic>
      <p:pic>
        <p:nvPicPr>
          <p:cNvPr id="19" name="图片 18" descr="图片包含 屏幕截图&#10;&#10;描述已自动生成">
            <a:extLst>
              <a:ext uri="{FF2B5EF4-FFF2-40B4-BE49-F238E27FC236}">
                <a16:creationId xmlns:a16="http://schemas.microsoft.com/office/drawing/2014/main" id="{706E04D1-128C-486B-9AF0-4C3D6A7591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05"/>
          <a:stretch/>
        </p:blipFill>
        <p:spPr>
          <a:xfrm>
            <a:off x="6096000" y="219212"/>
            <a:ext cx="6096000" cy="64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7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258</Words>
  <Application>Microsoft Office PowerPoint</Application>
  <PresentationFormat>宽屏</PresentationFormat>
  <Paragraphs>33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확률과통계</vt:lpstr>
      <vt:lpstr>Content</vt:lpstr>
      <vt:lpstr>Figure 1</vt:lpstr>
      <vt:lpstr>Figure 2</vt:lpstr>
      <vt:lpstr>Figure 3</vt:lpstr>
      <vt:lpstr>Q &amp; A</vt:lpstr>
      <vt:lpstr>All Codes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확률과통계</dc:title>
  <dc:creator>张昊宇</dc:creator>
  <cp:lastModifiedBy>张昊宇</cp:lastModifiedBy>
  <cp:revision>62</cp:revision>
  <dcterms:created xsi:type="dcterms:W3CDTF">2019-05-05T13:00:48Z</dcterms:created>
  <dcterms:modified xsi:type="dcterms:W3CDTF">2019-05-08T10:56:47Z</dcterms:modified>
</cp:coreProperties>
</file>