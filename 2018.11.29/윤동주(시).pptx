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7" r:id="rId2"/>
  </p:sldMasterIdLst>
  <p:notesMasterIdLst>
    <p:notesMasterId r:id="rId24"/>
  </p:notesMasterIdLst>
  <p:sldIdLst>
    <p:sldId id="256" r:id="rId3"/>
    <p:sldId id="274" r:id="rId4"/>
    <p:sldId id="271" r:id="rId5"/>
    <p:sldId id="282" r:id="rId6"/>
    <p:sldId id="304" r:id="rId7"/>
    <p:sldId id="288" r:id="rId8"/>
    <p:sldId id="289" r:id="rId9"/>
    <p:sldId id="308" r:id="rId10"/>
    <p:sldId id="264" r:id="rId11"/>
    <p:sldId id="258" r:id="rId12"/>
    <p:sldId id="265" r:id="rId13"/>
    <p:sldId id="309" r:id="rId14"/>
    <p:sldId id="305" r:id="rId15"/>
    <p:sldId id="295" r:id="rId16"/>
    <p:sldId id="323" r:id="rId17"/>
    <p:sldId id="320" r:id="rId18"/>
    <p:sldId id="325" r:id="rId19"/>
    <p:sldId id="298" r:id="rId20"/>
    <p:sldId id="306" r:id="rId21"/>
    <p:sldId id="310" r:id="rId22"/>
    <p:sldId id="261"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642"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A6CA"/>
    <a:srgbClr val="F68A00"/>
    <a:srgbClr val="CC4A4A"/>
    <a:srgbClr val="FEF3D2"/>
    <a:srgbClr val="EAEC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710" autoAdjust="0"/>
  </p:normalViewPr>
  <p:slideViewPr>
    <p:cSldViewPr snapToGrid="0">
      <p:cViewPr varScale="1">
        <p:scale>
          <a:sx n="80" d="100"/>
          <a:sy n="80" d="100"/>
        </p:scale>
        <p:origin x="48" y="226"/>
      </p:cViewPr>
      <p:guideLst>
        <p:guide pos="642"/>
        <p:guide orient="horz" pos="2160"/>
      </p:guideLst>
    </p:cSldViewPr>
  </p:slideViewPr>
  <p:notesTextViewPr>
    <p:cViewPr>
      <p:scale>
        <a:sx n="3" d="2"/>
        <a:sy n="3" d="2"/>
      </p:scale>
      <p:origin x="0" y="0"/>
    </p:cViewPr>
  </p:notesTextViewPr>
  <p:sorterViewPr>
    <p:cViewPr>
      <p:scale>
        <a:sx n="66" d="100"/>
        <a:sy n="66" d="100"/>
      </p:scale>
      <p:origin x="0" y="-124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606CF4-FA77-4E71-BDBB-B62F97D48318}" type="datetimeFigureOut">
              <a:rPr lang="zh-CN" altLang="en-US" smtClean="0"/>
              <a:t>2018/11/29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7EA511-84E0-4AE0-9842-AB0E10994BF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www.officeplus.cn/Template/Home.shtml" TargetMode="External"/><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www.officeplus.cn/Template/Home.shtml" TargetMode="External"/><Relationship Id="rId1" Type="http://schemas.openxmlformats.org/officeDocument/2006/relationships/slideMaster" Target="../slideMasters/slideMaster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36" name="Freeform 8"/>
          <p:cNvSpPr/>
          <p:nvPr userDrawn="1"/>
        </p:nvSpPr>
        <p:spPr bwMode="auto">
          <a:xfrm>
            <a:off x="1467483" y="1336178"/>
            <a:ext cx="3886443" cy="3780617"/>
          </a:xfrm>
          <a:prstGeom prst="ellipse">
            <a:avLst/>
          </a:prstGeom>
          <a:solidFill>
            <a:schemeClr val="bg1"/>
          </a:solidFill>
          <a:ln w="38100">
            <a:solidFill>
              <a:schemeClr val="bg1">
                <a:lumMod val="95000"/>
              </a:schemeClr>
            </a:solidFill>
          </a:ln>
        </p:spPr>
        <p:txBody>
          <a:bodyPr vert="horz" wrap="square" lIns="91440" tIns="45720" rIns="91440" bIns="45720" numCol="1" anchor="t" anchorCtr="0" compatLnSpc="1"/>
          <a:lstStyle/>
          <a:p>
            <a:endParaRPr lang="zh-CN" altLang="en-US"/>
          </a:p>
        </p:txBody>
      </p:sp>
      <p:sp>
        <p:nvSpPr>
          <p:cNvPr id="35" name="Freeform 8"/>
          <p:cNvSpPr/>
          <p:nvPr userDrawn="1"/>
        </p:nvSpPr>
        <p:spPr bwMode="auto">
          <a:xfrm>
            <a:off x="1034334" y="1850251"/>
            <a:ext cx="4183760" cy="4069838"/>
          </a:xfrm>
          <a:prstGeom prst="ellipse">
            <a:avLst/>
          </a:prstGeom>
          <a:solidFill>
            <a:schemeClr val="bg1"/>
          </a:solidFill>
          <a:ln w="76200">
            <a:solidFill>
              <a:schemeClr val="bg1">
                <a:lumMod val="95000"/>
              </a:schemeClr>
            </a:solidFill>
          </a:ln>
        </p:spPr>
        <p:txBody>
          <a:bodyPr vert="horz" wrap="square" lIns="91440" tIns="45720" rIns="91440" bIns="45720" numCol="1" anchor="t" anchorCtr="0" compatLnSpc="1"/>
          <a:lstStyle/>
          <a:p>
            <a:endParaRPr lang="zh-CN" altLang="en-US"/>
          </a:p>
        </p:txBody>
      </p:sp>
      <p:sp>
        <p:nvSpPr>
          <p:cNvPr id="34" name="Freeform 8"/>
          <p:cNvSpPr/>
          <p:nvPr userDrawn="1"/>
        </p:nvSpPr>
        <p:spPr bwMode="auto">
          <a:xfrm>
            <a:off x="885391" y="1123950"/>
            <a:ext cx="4183760" cy="4069838"/>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33" name="Freeform 8"/>
          <p:cNvSpPr/>
          <p:nvPr userDrawn="1"/>
        </p:nvSpPr>
        <p:spPr bwMode="auto">
          <a:xfrm>
            <a:off x="669926" y="1421932"/>
            <a:ext cx="4183760" cy="4069838"/>
          </a:xfrm>
          <a:prstGeom prst="ellipse">
            <a:avLst/>
          </a:prstGeom>
          <a:solidFill>
            <a:schemeClr val="accent1">
              <a:lumMod val="40000"/>
              <a:lumOff val="60000"/>
            </a:schemeClr>
          </a:solidFill>
          <a:ln>
            <a:noFill/>
          </a:ln>
        </p:spPr>
        <p:txBody>
          <a:bodyPr vert="horz" wrap="square" lIns="91440" tIns="45720" rIns="91440" bIns="45720" numCol="1" anchor="t" anchorCtr="0" compatLnSpc="1"/>
          <a:lstStyle/>
          <a:p>
            <a:endParaRPr lang="zh-CN" altLang="en-US"/>
          </a:p>
        </p:txBody>
      </p:sp>
      <p:sp>
        <p:nvSpPr>
          <p:cNvPr id="9801" name="副标题 2"/>
          <p:cNvSpPr>
            <a:spLocks noGrp="1"/>
          </p:cNvSpPr>
          <p:nvPr userDrawn="1">
            <p:ph type="subTitle" idx="1"/>
          </p:nvPr>
        </p:nvSpPr>
        <p:spPr>
          <a:xfrm>
            <a:off x="6287588" y="3456851"/>
            <a:ext cx="5232901" cy="558799"/>
          </a:xfrm>
        </p:spPr>
        <p:txBody>
          <a:bodyPr anchor="b">
            <a:normAutofit/>
          </a:bodyPr>
          <a:lstStyle>
            <a:lvl1pPr marL="0" marR="0" indent="0" algn="r" defTabSz="913765" rtl="0" eaLnBrk="1" fontAlgn="auto" latinLnBrk="0" hangingPunct="1">
              <a:lnSpc>
                <a:spcPct val="90000"/>
              </a:lnSpc>
              <a:spcBef>
                <a:spcPts val="1000"/>
              </a:spcBef>
              <a:spcAft>
                <a:spcPts val="0"/>
              </a:spcAft>
              <a:buClrTx/>
              <a:buSzTx/>
              <a:buFont typeface="Arial" panose="020B0604020202020204" pitchFamily="34" charset="0"/>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r" defTabSz="913765"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dirty="0"/>
              <a:t>Click to edit Master subtitle style</a:t>
            </a:r>
          </a:p>
        </p:txBody>
      </p:sp>
      <p:sp>
        <p:nvSpPr>
          <p:cNvPr id="9802" name="标题 1"/>
          <p:cNvSpPr>
            <a:spLocks noGrp="1"/>
          </p:cNvSpPr>
          <p:nvPr userDrawn="1">
            <p:ph type="ctrTitle"/>
          </p:nvPr>
        </p:nvSpPr>
        <p:spPr>
          <a:xfrm>
            <a:off x="6287589" y="2333897"/>
            <a:ext cx="5232899" cy="1122954"/>
          </a:xfrm>
        </p:spPr>
        <p:txBody>
          <a:bodyPr anchor="b">
            <a:normAutofit/>
          </a:bodyPr>
          <a:lstStyle>
            <a:lvl1pPr algn="r">
              <a:defRPr sz="3600" b="1" spc="300">
                <a:solidFill>
                  <a:schemeClr val="tx1"/>
                </a:solidFill>
              </a:defRPr>
            </a:lvl1pPr>
          </a:lstStyle>
          <a:p>
            <a:r>
              <a:rPr lang="en-US" altLang="zh-CN" dirty="0"/>
              <a:t>Click to edit Master title style</a:t>
            </a:r>
            <a:endParaRPr lang="zh-CN" altLang="en-US" dirty="0"/>
          </a:p>
        </p:txBody>
      </p:sp>
      <p:sp>
        <p:nvSpPr>
          <p:cNvPr id="20" name="Freeform 8"/>
          <p:cNvSpPr/>
          <p:nvPr/>
        </p:nvSpPr>
        <p:spPr bwMode="auto">
          <a:xfrm>
            <a:off x="885391" y="1270473"/>
            <a:ext cx="4183760" cy="4069838"/>
          </a:xfrm>
          <a:prstGeom prst="ellipse">
            <a:avLst/>
          </a:prstGeom>
          <a:solidFill>
            <a:schemeClr val="accent1">
              <a:alpha val="94000"/>
            </a:schemeClr>
          </a:solidFill>
          <a:ln>
            <a:noFill/>
          </a:ln>
        </p:spPr>
        <p:txBody>
          <a:bodyPr vert="horz" wrap="square" lIns="91440" tIns="45720" rIns="91440" bIns="45720" numCol="1" anchor="t" anchorCtr="0" compatLnSpc="1"/>
          <a:lstStyle/>
          <a:p>
            <a:endParaRPr lang="zh-CN" altLang="en-US"/>
          </a:p>
        </p:txBody>
      </p:sp>
      <p:sp>
        <p:nvSpPr>
          <p:cNvPr id="32" name="任意多边形: 形状 31"/>
          <p:cNvSpPr>
            <a:spLocks noGrp="1"/>
          </p:cNvSpPr>
          <p:nvPr>
            <p:ph type="pic" sz="quarter" idx="10"/>
          </p:nvPr>
        </p:nvSpPr>
        <p:spPr>
          <a:xfrm>
            <a:off x="1034334" y="1448269"/>
            <a:ext cx="3899172" cy="3793001"/>
          </a:xfrm>
          <a:prstGeom prst="ellipse">
            <a:avLst/>
          </a:prstGeom>
          <a:solidFill>
            <a:schemeClr val="bg1"/>
          </a:solidFill>
          <a:ln>
            <a:noFill/>
          </a:ln>
        </p:spPr>
        <p:txBody>
          <a:bodyPr wrap="square">
            <a:noAutofit/>
          </a:bodyPr>
          <a:lstStyle/>
          <a:p>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20" name="标题 1"/>
          <p:cNvSpPr>
            <a:spLocks noGrp="1"/>
          </p:cNvSpPr>
          <p:nvPr userDrawn="1">
            <p:ph type="title"/>
          </p:nvPr>
        </p:nvSpPr>
        <p:spPr>
          <a:xfrm>
            <a:off x="669924" y="2176961"/>
            <a:ext cx="7595187" cy="804151"/>
          </a:xfrm>
          <a:noFill/>
        </p:spPr>
        <p:txBody>
          <a:bodyPr anchor="b">
            <a:normAutofit/>
          </a:bodyPr>
          <a:lstStyle>
            <a:lvl1pPr>
              <a:defRPr sz="2400" b="1">
                <a:solidFill>
                  <a:schemeClr val="tx1"/>
                </a:solidFill>
              </a:defRPr>
            </a:lvl1pPr>
          </a:lstStyle>
          <a:p>
            <a:r>
              <a:rPr lang="en-US" altLang="zh-CN" dirty="0"/>
              <a:t>Click to edit Master title style</a:t>
            </a:r>
            <a:endParaRPr lang="zh-CN" altLang="en-US" dirty="0"/>
          </a:p>
        </p:txBody>
      </p:sp>
      <p:sp>
        <p:nvSpPr>
          <p:cNvPr id="21" name="文本占位符 2"/>
          <p:cNvSpPr>
            <a:spLocks noGrp="1"/>
          </p:cNvSpPr>
          <p:nvPr userDrawn="1">
            <p:ph type="body" idx="1"/>
          </p:nvPr>
        </p:nvSpPr>
        <p:spPr>
          <a:xfrm>
            <a:off x="669924" y="3024112"/>
            <a:ext cx="7595187" cy="1082874"/>
          </a:xfrm>
          <a:noFill/>
        </p:spPr>
        <p:txBody>
          <a:bodyPr anchor="t">
            <a:normAutofit/>
          </a:bodyPr>
          <a:lstStyle>
            <a:lvl1pPr marL="0" indent="0">
              <a:lnSpc>
                <a:spcPct val="150000"/>
              </a:lnSpc>
              <a:spcBef>
                <a:spcPts val="0"/>
              </a:spcBef>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dirty="0"/>
              <a:t>Edit Master text styles</a:t>
            </a:r>
          </a:p>
        </p:txBody>
      </p:sp>
      <p:cxnSp>
        <p:nvCxnSpPr>
          <p:cNvPr id="3" name="直接连接符 2"/>
          <p:cNvCxnSpPr/>
          <p:nvPr userDrawn="1"/>
        </p:nvCxnSpPr>
        <p:spPr>
          <a:xfrm>
            <a:off x="669925" y="3023418"/>
            <a:ext cx="759518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Freeform 8"/>
          <p:cNvSpPr/>
          <p:nvPr userDrawn="1"/>
        </p:nvSpPr>
        <p:spPr bwMode="auto">
          <a:xfrm>
            <a:off x="8990703" y="1960109"/>
            <a:ext cx="2135418" cy="2077271"/>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9" name="Freeform 8"/>
          <p:cNvSpPr/>
          <p:nvPr userDrawn="1"/>
        </p:nvSpPr>
        <p:spPr bwMode="auto">
          <a:xfrm>
            <a:off x="8775238" y="2258091"/>
            <a:ext cx="2135418" cy="2077271"/>
          </a:xfrm>
          <a:prstGeom prst="ellipse">
            <a:avLst/>
          </a:prstGeom>
          <a:solidFill>
            <a:schemeClr val="accent1">
              <a:lumMod val="40000"/>
              <a:lumOff val="60000"/>
            </a:schemeClr>
          </a:solidFill>
          <a:ln>
            <a:noFill/>
          </a:ln>
        </p:spPr>
        <p:txBody>
          <a:bodyPr vert="horz" wrap="square" lIns="91440" tIns="45720" rIns="91440" bIns="45720" numCol="1" anchor="t" anchorCtr="0" compatLnSpc="1"/>
          <a:lstStyle/>
          <a:p>
            <a:endParaRPr lang="zh-CN" altLang="en-US"/>
          </a:p>
        </p:txBody>
      </p:sp>
      <p:sp>
        <p:nvSpPr>
          <p:cNvPr id="10" name="Freeform 8"/>
          <p:cNvSpPr/>
          <p:nvPr userDrawn="1"/>
        </p:nvSpPr>
        <p:spPr bwMode="auto">
          <a:xfrm>
            <a:off x="8924181" y="2143130"/>
            <a:ext cx="2135418" cy="2077271"/>
          </a:xfrm>
          <a:prstGeom prst="ellipse">
            <a:avLst/>
          </a:prstGeom>
          <a:solidFill>
            <a:schemeClr val="accent1"/>
          </a:solidFill>
          <a:ln>
            <a:noFill/>
          </a:ln>
        </p:spPr>
        <p:txBody>
          <a:bodyPr vert="horz" wrap="square" lIns="91440" tIns="45720" rIns="91440" bIns="45720" numCol="1" anchor="t" anchorCtr="0" compatLnSpc="1"/>
          <a:lstStyle/>
          <a:p>
            <a:endParaRPr lang="zh-CN" altLang="en-US"/>
          </a:p>
        </p:txBody>
      </p:sp>
      <p:sp>
        <p:nvSpPr>
          <p:cNvPr id="11" name="任意多边形: 形状 31"/>
          <p:cNvSpPr>
            <a:spLocks noGrp="1"/>
          </p:cNvSpPr>
          <p:nvPr>
            <p:ph type="pic" sz="quarter" idx="10"/>
          </p:nvPr>
        </p:nvSpPr>
        <p:spPr>
          <a:xfrm>
            <a:off x="9139646" y="2284429"/>
            <a:ext cx="1990162" cy="1935972"/>
          </a:xfrm>
          <a:prstGeom prst="ellipse">
            <a:avLst/>
          </a:prstGeom>
          <a:solidFill>
            <a:schemeClr val="bg1"/>
          </a:solidFill>
          <a:ln>
            <a:noFill/>
          </a:ln>
        </p:spPr>
        <p:txBody>
          <a:bodyPr wrap="square">
            <a:noAutofit/>
          </a:bodyPr>
          <a:lstStyle/>
          <a:p>
            <a:endParaRPr lang="zh-CN" altLang="en-US" dirty="0"/>
          </a:p>
        </p:txBody>
      </p:sp>
      <p:sp>
        <p:nvSpPr>
          <p:cNvPr id="2" name="日期占位符 1"/>
          <p:cNvSpPr>
            <a:spLocks noGrp="1"/>
          </p:cNvSpPr>
          <p:nvPr>
            <p:ph type="dt" sz="half" idx="11"/>
          </p:nvPr>
        </p:nvSpPr>
        <p:spPr/>
        <p:txBody>
          <a:bodyPr/>
          <a:lstStyle/>
          <a:p>
            <a:fld id="{6489D9C7-5DC6-4263-87FF-7C99F6FB63C3}" type="datetime1">
              <a:rPr lang="zh-CN" altLang="en-US" smtClean="0"/>
              <a:t>2018/11/29</a:t>
            </a:fld>
            <a:endParaRPr lang="zh-CN" altLang="en-US"/>
          </a:p>
        </p:txBody>
      </p:sp>
      <p:sp>
        <p:nvSpPr>
          <p:cNvPr id="7" name="页脚占位符 6"/>
          <p:cNvSpPr>
            <a:spLocks noGrp="1"/>
          </p:cNvSpPr>
          <p:nvPr>
            <p:ph type="ftr" sz="quarter" idx="12"/>
          </p:nvPr>
        </p:nvSpPr>
        <p:spPr/>
        <p:txBody>
          <a:bodyPr/>
          <a:lstStyle/>
          <a:p>
            <a:r>
              <a:rPr lang="en-US" altLang="zh-CN"/>
              <a:t>www.islide.cc</a:t>
            </a:r>
            <a:endParaRPr lang="zh-CN" altLang="en-US" dirty="0"/>
          </a:p>
        </p:txBody>
      </p:sp>
      <p:sp>
        <p:nvSpPr>
          <p:cNvPr id="12" name="灯片编号占位符 11"/>
          <p:cNvSpPr>
            <a:spLocks noGrp="1"/>
          </p:cNvSpPr>
          <p:nvPr>
            <p:ph type="sldNum" sz="quarter" idx="13"/>
          </p:nvPr>
        </p:nvSpPr>
        <p:spPr/>
        <p:txBody>
          <a:bodyPr/>
          <a:lstStyle/>
          <a:p>
            <a:fld id="{5DD3DB80-B894-403A-B48E-6FDC1A72010E}"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Click to edit Master title style</a:t>
            </a:r>
            <a:endParaRPr lang="zh-CN" altLang="en-US" dirty="0"/>
          </a:p>
        </p:txBody>
      </p:sp>
      <p:sp>
        <p:nvSpPr>
          <p:cNvPr id="3" name="内容占位符 2"/>
          <p:cNvSpPr>
            <a:spLocks noGrp="1"/>
          </p:cNvSpPr>
          <p:nvPr>
            <p:ph idx="1"/>
          </p:nvPr>
        </p:nvSpPr>
        <p:spPr/>
        <p:txBody>
          <a:body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7" name="日期占位符 6"/>
          <p:cNvSpPr>
            <a:spLocks noGrp="1"/>
          </p:cNvSpPr>
          <p:nvPr>
            <p:ph type="dt" sz="half" idx="10"/>
          </p:nvPr>
        </p:nvSpPr>
        <p:spPr/>
        <p:txBody>
          <a:bodyPr/>
          <a:lstStyle/>
          <a:p>
            <a:fld id="{6489D9C7-5DC6-4263-87FF-7C99F6FB63C3}" type="datetime1">
              <a:rPr lang="zh-CN" altLang="en-US" smtClean="0"/>
              <a:t>2018/11/29</a:t>
            </a:fld>
            <a:endParaRPr lang="zh-CN" altLang="en-US"/>
          </a:p>
        </p:txBody>
      </p:sp>
      <p:sp>
        <p:nvSpPr>
          <p:cNvPr id="8" name="页脚占位符 7"/>
          <p:cNvSpPr>
            <a:spLocks noGrp="1"/>
          </p:cNvSpPr>
          <p:nvPr>
            <p:ph type="ftr" sz="quarter" idx="11"/>
          </p:nvPr>
        </p:nvSpPr>
        <p:spPr/>
        <p:txBody>
          <a:bodyPr/>
          <a:lstStyle/>
          <a:p>
            <a:r>
              <a:rPr lang="en-US" altLang="zh-CN"/>
              <a:t>www.islide.cc</a:t>
            </a:r>
            <a:endParaRPr lang="zh-CN" altLang="en-US" dirty="0"/>
          </a:p>
        </p:txBody>
      </p:sp>
      <p:sp>
        <p:nvSpPr>
          <p:cNvPr id="9" name="灯片编号占位符 8"/>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Click to edit Master title style</a:t>
            </a:r>
            <a:endParaRPr lang="zh-CN" altLang="en-US" dirty="0"/>
          </a:p>
        </p:txBody>
      </p:sp>
      <p:sp>
        <p:nvSpPr>
          <p:cNvPr id="6" name="日期占位符 5"/>
          <p:cNvSpPr>
            <a:spLocks noGrp="1"/>
          </p:cNvSpPr>
          <p:nvPr>
            <p:ph type="dt" sz="half" idx="10"/>
          </p:nvPr>
        </p:nvSpPr>
        <p:spPr/>
        <p:txBody>
          <a:bodyPr/>
          <a:lstStyle/>
          <a:p>
            <a:fld id="{6489D9C7-5DC6-4263-87FF-7C99F6FB63C3}" type="datetime1">
              <a:rPr lang="zh-CN" altLang="en-US" smtClean="0"/>
              <a:t>2018/11/29</a:t>
            </a:fld>
            <a:endParaRPr lang="zh-CN" altLang="en-US"/>
          </a:p>
        </p:txBody>
      </p:sp>
      <p:sp>
        <p:nvSpPr>
          <p:cNvPr id="7" name="页脚占位符 6"/>
          <p:cNvSpPr>
            <a:spLocks noGrp="1"/>
          </p:cNvSpPr>
          <p:nvPr>
            <p:ph type="ftr" sz="quarter" idx="11"/>
          </p:nvPr>
        </p:nvSpPr>
        <p:spPr/>
        <p:txBody>
          <a:bodyPr/>
          <a:lstStyle/>
          <a:p>
            <a:r>
              <a:rPr lang="en-US" altLang="zh-CN"/>
              <a:t>www.islide.cc</a:t>
            </a:r>
            <a:endParaRPr lang="zh-CN" altLang="en-US" dirty="0"/>
          </a:p>
        </p:txBody>
      </p:sp>
      <p:sp>
        <p:nvSpPr>
          <p:cNvPr id="8" name="灯片编号占位符 7"/>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10" name="Freeform 8"/>
          <p:cNvSpPr/>
          <p:nvPr userDrawn="1"/>
        </p:nvSpPr>
        <p:spPr bwMode="auto">
          <a:xfrm>
            <a:off x="6538031" y="1086776"/>
            <a:ext cx="3886443" cy="3780617"/>
          </a:xfrm>
          <a:prstGeom prst="ellipse">
            <a:avLst/>
          </a:prstGeom>
          <a:solidFill>
            <a:schemeClr val="bg1"/>
          </a:solidFill>
          <a:ln w="38100">
            <a:solidFill>
              <a:schemeClr val="bg1">
                <a:lumMod val="95000"/>
              </a:schemeClr>
            </a:solidFill>
          </a:ln>
        </p:spPr>
        <p:txBody>
          <a:bodyPr vert="horz" wrap="square" lIns="91440" tIns="45720" rIns="91440" bIns="45720" numCol="1" anchor="t" anchorCtr="0" compatLnSpc="1"/>
          <a:lstStyle/>
          <a:p>
            <a:endParaRPr lang="zh-CN" altLang="en-US"/>
          </a:p>
        </p:txBody>
      </p:sp>
      <p:sp>
        <p:nvSpPr>
          <p:cNvPr id="11" name="Freeform 8"/>
          <p:cNvSpPr/>
          <p:nvPr userDrawn="1"/>
        </p:nvSpPr>
        <p:spPr bwMode="auto">
          <a:xfrm>
            <a:off x="6104882" y="1600849"/>
            <a:ext cx="4183760" cy="4069838"/>
          </a:xfrm>
          <a:prstGeom prst="ellipse">
            <a:avLst/>
          </a:prstGeom>
          <a:solidFill>
            <a:schemeClr val="bg1"/>
          </a:solidFill>
          <a:ln w="76200">
            <a:solidFill>
              <a:schemeClr val="bg1">
                <a:lumMod val="95000"/>
              </a:schemeClr>
            </a:solidFill>
          </a:ln>
        </p:spPr>
        <p:txBody>
          <a:bodyPr vert="horz" wrap="square" lIns="91440" tIns="45720" rIns="91440" bIns="45720" numCol="1" anchor="t" anchorCtr="0" compatLnSpc="1"/>
          <a:lstStyle/>
          <a:p>
            <a:endParaRPr lang="zh-CN" altLang="en-US"/>
          </a:p>
        </p:txBody>
      </p:sp>
      <p:sp>
        <p:nvSpPr>
          <p:cNvPr id="13" name="标题 1"/>
          <p:cNvSpPr>
            <a:spLocks noGrp="1"/>
          </p:cNvSpPr>
          <p:nvPr userDrawn="1">
            <p:ph type="ctrTitle" hasCustomPrompt="1"/>
          </p:nvPr>
        </p:nvSpPr>
        <p:spPr>
          <a:xfrm>
            <a:off x="1406772" y="2431886"/>
            <a:ext cx="4482645" cy="973538"/>
          </a:xfrm>
        </p:spPr>
        <p:txBody>
          <a:bodyPr anchor="b">
            <a:normAutofit/>
          </a:bodyPr>
          <a:lstStyle>
            <a:lvl1pPr marL="0" indent="0" algn="l">
              <a:buFont typeface="Arial" panose="020B0604020202020204" pitchFamily="34" charset="0"/>
              <a:buNone/>
              <a:defRPr sz="3200">
                <a:solidFill>
                  <a:schemeClr val="tx1"/>
                </a:solidFill>
              </a:defRPr>
            </a:lvl1pPr>
          </a:lstStyle>
          <a:p>
            <a:r>
              <a:rPr lang="en-US" altLang="zh-CN" dirty="0"/>
              <a:t>Conclusion</a:t>
            </a:r>
            <a:endParaRPr lang="zh-CN" altLang="en-US" dirty="0"/>
          </a:p>
        </p:txBody>
      </p:sp>
      <p:sp>
        <p:nvSpPr>
          <p:cNvPr id="14" name="文本占位符 62"/>
          <p:cNvSpPr>
            <a:spLocks noGrp="1"/>
          </p:cNvSpPr>
          <p:nvPr>
            <p:ph type="body" sz="quarter" idx="17" hasCustomPrompt="1"/>
          </p:nvPr>
        </p:nvSpPr>
        <p:spPr>
          <a:xfrm>
            <a:off x="1406772" y="3682927"/>
            <a:ext cx="4482645" cy="310871"/>
          </a:xfrm>
        </p:spPr>
        <p:txBody>
          <a:bodyPr vert="horz" lIns="91440" tIns="45720" rIns="91440" bIns="45720" rtlCol="0" anchor="b">
            <a:normAutofit/>
          </a:bodyPr>
          <a:lstStyle>
            <a:lvl1pPr marL="228600" marR="0" indent="-228600" algn="l" defTabSz="913765" rtl="0" eaLnBrk="1" fontAlgn="auto" latinLnBrk="0" hangingPunct="1">
              <a:lnSpc>
                <a:spcPct val="90000"/>
              </a:lnSpc>
              <a:spcBef>
                <a:spcPts val="1000"/>
              </a:spcBef>
              <a:spcAft>
                <a:spcPts val="0"/>
              </a:spcAft>
              <a:buClrTx/>
              <a:buSzTx/>
              <a:buFont typeface="Arial" panose="020B0604020202020204" pitchFamily="34" charset="0"/>
              <a:buNone/>
              <a:defRPr lang="zh-CN" altLang="en-US" sz="14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dirty="0"/>
              <a:t>Signature</a:t>
            </a:r>
          </a:p>
        </p:txBody>
      </p:sp>
      <p:sp>
        <p:nvSpPr>
          <p:cNvPr id="15" name="文本占位符 62"/>
          <p:cNvSpPr>
            <a:spLocks noGrp="1"/>
          </p:cNvSpPr>
          <p:nvPr>
            <p:ph type="body" sz="quarter" idx="18" hasCustomPrompt="1"/>
          </p:nvPr>
        </p:nvSpPr>
        <p:spPr>
          <a:xfrm>
            <a:off x="1406772" y="3998561"/>
            <a:ext cx="4482645" cy="310871"/>
          </a:xfrm>
        </p:spPr>
        <p:txBody>
          <a:bodyPr vert="horz" lIns="91440" tIns="45720" rIns="91440" bIns="45720" rtlCol="0">
            <a:normAutofit/>
          </a:bodyPr>
          <a:lstStyle>
            <a:lvl1pPr marL="0" indent="0" algn="l">
              <a:buNone/>
              <a:defRPr lang="zh-CN" altLang="en-US" sz="14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6" name="Freeform 8"/>
          <p:cNvSpPr/>
          <p:nvPr userDrawn="1"/>
        </p:nvSpPr>
        <p:spPr bwMode="auto">
          <a:xfrm>
            <a:off x="6651775" y="1276529"/>
            <a:ext cx="4083728" cy="3972529"/>
          </a:xfrm>
          <a:prstGeom prst="ellipse">
            <a:avLst/>
          </a:prstGeom>
          <a:solidFill>
            <a:schemeClr val="accent1">
              <a:lumMod val="60000"/>
              <a:lumOff val="40000"/>
            </a:schemeClr>
          </a:solidFill>
          <a:ln>
            <a:noFill/>
          </a:ln>
        </p:spPr>
        <p:txBody>
          <a:bodyPr vert="horz" wrap="square" lIns="91440" tIns="45720" rIns="91440" bIns="45720" numCol="1" anchor="t" anchorCtr="0" compatLnSpc="1"/>
          <a:lstStyle/>
          <a:p>
            <a:endParaRPr lang="zh-CN" altLang="en-US"/>
          </a:p>
        </p:txBody>
      </p:sp>
      <p:sp>
        <p:nvSpPr>
          <p:cNvPr id="7" name="Freeform 8"/>
          <p:cNvSpPr/>
          <p:nvPr userDrawn="1"/>
        </p:nvSpPr>
        <p:spPr bwMode="auto">
          <a:xfrm>
            <a:off x="6436310" y="1574511"/>
            <a:ext cx="4083728" cy="3972529"/>
          </a:xfrm>
          <a:prstGeom prst="ellipse">
            <a:avLst/>
          </a:prstGeom>
          <a:solidFill>
            <a:schemeClr val="accent1">
              <a:lumMod val="40000"/>
              <a:lumOff val="60000"/>
            </a:schemeClr>
          </a:solidFill>
          <a:ln>
            <a:noFill/>
          </a:ln>
        </p:spPr>
        <p:txBody>
          <a:bodyPr vert="horz" wrap="square" lIns="91440" tIns="45720" rIns="91440" bIns="45720" numCol="1" anchor="t" anchorCtr="0" compatLnSpc="1"/>
          <a:lstStyle/>
          <a:p>
            <a:endParaRPr lang="zh-CN" altLang="en-US"/>
          </a:p>
        </p:txBody>
      </p:sp>
      <p:sp>
        <p:nvSpPr>
          <p:cNvPr id="8" name="Freeform 8"/>
          <p:cNvSpPr/>
          <p:nvPr userDrawn="1"/>
        </p:nvSpPr>
        <p:spPr bwMode="auto">
          <a:xfrm>
            <a:off x="6651775" y="1465740"/>
            <a:ext cx="4083728" cy="3972529"/>
          </a:xfrm>
          <a:prstGeom prst="ellipse">
            <a:avLst/>
          </a:prstGeom>
          <a:solidFill>
            <a:schemeClr val="accent1">
              <a:alpha val="94000"/>
            </a:schemeClr>
          </a:solidFill>
          <a:ln>
            <a:noFill/>
          </a:ln>
        </p:spPr>
        <p:txBody>
          <a:bodyPr vert="horz" wrap="square" lIns="91440" tIns="45720" rIns="91440" bIns="45720" numCol="1" anchor="t" anchorCtr="0" compatLnSpc="1"/>
          <a:lstStyle/>
          <a:p>
            <a:pPr lvl="0"/>
            <a:endParaRPr lang="zh-CN" altLang="en-US"/>
          </a:p>
        </p:txBody>
      </p:sp>
      <p:sp>
        <p:nvSpPr>
          <p:cNvPr id="9" name="任意多边形: 形状 31"/>
          <p:cNvSpPr>
            <a:spLocks noGrp="1"/>
          </p:cNvSpPr>
          <p:nvPr>
            <p:ph type="pic" sz="quarter" idx="10"/>
          </p:nvPr>
        </p:nvSpPr>
        <p:spPr>
          <a:xfrm>
            <a:off x="6933246" y="1600849"/>
            <a:ext cx="3805944" cy="3702312"/>
          </a:xfrm>
          <a:prstGeom prst="ellipse">
            <a:avLst/>
          </a:prstGeom>
          <a:solidFill>
            <a:schemeClr val="bg1"/>
          </a:solidFill>
          <a:ln>
            <a:noFill/>
          </a:ln>
        </p:spPr>
        <p:txBody>
          <a:bodyPr wrap="square">
            <a:noAutofit/>
          </a:bodyPr>
          <a:lstStyle/>
          <a:p>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489D9C7-5DC6-4263-87FF-7C99F6FB63C3}" type="datetime1">
              <a:rPr lang="zh-CN" altLang="en-US" smtClean="0"/>
              <a:t>2018/11/29</a:t>
            </a:fld>
            <a:endParaRPr lang="zh-CN" altLang="en-US"/>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模板使用技巧 1">
    <p:spTree>
      <p:nvGrpSpPr>
        <p:cNvPr id="1" name=""/>
        <p:cNvGrpSpPr/>
        <p:nvPr/>
      </p:nvGrpSpPr>
      <p:grpSpPr>
        <a:xfrm>
          <a:off x="0" y="0"/>
          <a:ext cx="0" cy="0"/>
          <a:chOff x="0" y="0"/>
          <a:chExt cx="0" cy="0"/>
        </a:xfrm>
      </p:grpSpPr>
      <p:sp>
        <p:nvSpPr>
          <p:cNvPr id="4" name="矩形 3"/>
          <p:cNvSpPr/>
          <p:nvPr userDrawn="1"/>
        </p:nvSpPr>
        <p:spPr>
          <a:xfrm>
            <a:off x="440603" y="759873"/>
            <a:ext cx="1713931" cy="369332"/>
          </a:xfrm>
          <a:prstGeom prst="rect">
            <a:avLst/>
          </a:prstGeom>
        </p:spPr>
        <p:txBody>
          <a:bodyPr wrap="none">
            <a:spAutoFit/>
          </a:bodyPr>
          <a:lstStyle/>
          <a:p>
            <a:pPr defTabSz="608965"/>
            <a:r>
              <a:rPr lang="zh-CN" altLang="en-US" sz="1800">
                <a:solidFill>
                  <a:schemeClr val="tx1">
                    <a:lumMod val="75000"/>
                    <a:lumOff val="25000"/>
                  </a:schemeClr>
                </a:solidFill>
                <a:latin typeface="Segoe UI Light" panose="020B0502040204020203"/>
                <a:ea typeface="微软雅黑" panose="020B0503020204020204" charset="-122"/>
                <a:cs typeface="Segoe UI Light" panose="020B0502040204020203"/>
              </a:rPr>
              <a:t>模板使用技巧</a:t>
            </a:r>
            <a:r>
              <a:rPr lang="en-US" altLang="zh-CN" sz="1800">
                <a:solidFill>
                  <a:schemeClr val="tx1">
                    <a:lumMod val="75000"/>
                    <a:lumOff val="25000"/>
                  </a:schemeClr>
                </a:solidFill>
                <a:latin typeface="Segoe UI Light" panose="020B0502040204020203"/>
                <a:ea typeface="微软雅黑" panose="020B0503020204020204" charset="-122"/>
                <a:cs typeface="Segoe UI Light" panose="020B0502040204020203"/>
              </a:rPr>
              <a:t> 1</a:t>
            </a:r>
            <a:endParaRPr lang="zh-CN" altLang="en-US" sz="1800" dirty="0">
              <a:solidFill>
                <a:schemeClr val="tx1">
                  <a:lumMod val="75000"/>
                  <a:lumOff val="25000"/>
                </a:schemeClr>
              </a:solidFill>
              <a:latin typeface="Segoe UI Light" panose="020B0502040204020203"/>
              <a:ea typeface="微软雅黑" panose="020B0503020204020204" charset="-122"/>
              <a:cs typeface="Segoe UI Light" panose="020B0502040204020203"/>
            </a:endParaRPr>
          </a:p>
        </p:txBody>
      </p:sp>
      <p:sp>
        <p:nvSpPr>
          <p:cNvPr id="5" name="矩形 4"/>
          <p:cNvSpPr/>
          <p:nvPr userDrawn="1"/>
        </p:nvSpPr>
        <p:spPr>
          <a:xfrm>
            <a:off x="440603" y="182445"/>
            <a:ext cx="777777" cy="246221"/>
          </a:xfrm>
          <a:prstGeom prst="rect">
            <a:avLst/>
          </a:prstGeom>
        </p:spPr>
        <p:txBody>
          <a:bodyPr wrap="none">
            <a:spAutoFit/>
          </a:bodyPr>
          <a:lstStyle/>
          <a:p>
            <a:pPr defTabSz="608965"/>
            <a:r>
              <a:rPr kumimoji="1" lang="en-US" altLang="zh-CN" sz="1000" dirty="0">
                <a:solidFill>
                  <a:schemeClr val="tx1">
                    <a:lumMod val="75000"/>
                    <a:lumOff val="25000"/>
                  </a:schemeClr>
                </a:solidFill>
                <a:latin typeface="Segoe UI Light" panose="020B0502040204020203"/>
                <a:ea typeface="微软雅黑" panose="020B0503020204020204" charset="-122"/>
                <a:cs typeface="Segoe UI Light" panose="020B0502040204020203"/>
              </a:rPr>
              <a:t>OfficePLUS</a:t>
            </a:r>
            <a:endParaRPr lang="zh-CN" altLang="en-US" sz="1000" dirty="0">
              <a:solidFill>
                <a:schemeClr val="tx1">
                  <a:lumMod val="75000"/>
                  <a:lumOff val="25000"/>
                </a:schemeClr>
              </a:solidFill>
              <a:latin typeface="Segoe UI Light" panose="020B0502040204020203"/>
              <a:ea typeface="微软雅黑" panose="020B0503020204020204" charset="-122"/>
              <a:cs typeface="Segoe UI Light" panose="020B0502040204020203"/>
            </a:endParaRPr>
          </a:p>
        </p:txBody>
      </p:sp>
      <p:sp>
        <p:nvSpPr>
          <p:cNvPr id="9" name="文本框 8"/>
          <p:cNvSpPr txBox="1"/>
          <p:nvPr userDrawn="1"/>
        </p:nvSpPr>
        <p:spPr>
          <a:xfrm>
            <a:off x="431800" y="1174234"/>
            <a:ext cx="3467616" cy="584775"/>
          </a:xfrm>
          <a:prstGeom prst="rect">
            <a:avLst/>
          </a:prstGeom>
          <a:noFill/>
        </p:spPr>
        <p:txBody>
          <a:bodyPr wrap="none" rtlCol="0">
            <a:spAutoFit/>
          </a:bodyPr>
          <a:lstStyle/>
          <a:p>
            <a:r>
              <a:rPr lang="zh-CN" altLang="en-US" sz="3200" b="1">
                <a:solidFill>
                  <a:schemeClr val="tx1">
                    <a:lumMod val="85000"/>
                    <a:lumOff val="15000"/>
                  </a:schemeClr>
                </a:solidFill>
                <a:latin typeface="微软雅黑" panose="020B0503020204020204" charset="-122"/>
                <a:ea typeface="微软雅黑" panose="020B0503020204020204" charset="-122"/>
              </a:rPr>
              <a:t>一键调整模板颜色</a:t>
            </a:r>
            <a:endParaRPr lang="en-US" sz="3200" b="1">
              <a:solidFill>
                <a:schemeClr val="tx1">
                  <a:lumMod val="85000"/>
                  <a:lumOff val="15000"/>
                </a:schemeClr>
              </a:solidFill>
              <a:latin typeface="微软雅黑" panose="020B0503020204020204" charset="-122"/>
              <a:ea typeface="微软雅黑" panose="020B0503020204020204" charset="-122"/>
            </a:endParaRPr>
          </a:p>
        </p:txBody>
      </p:sp>
      <p:pic>
        <p:nvPicPr>
          <p:cNvPr id="10" name="图片 9"/>
          <p:cNvPicPr>
            <a:picLocks noChangeAspect="1"/>
          </p:cNvPicPr>
          <p:nvPr userDrawn="1"/>
        </p:nvPicPr>
        <p:blipFill>
          <a:blip r:embed="rId2"/>
          <a:stretch>
            <a:fillRect/>
          </a:stretch>
        </p:blipFill>
        <p:spPr>
          <a:xfrm>
            <a:off x="431800" y="2138895"/>
            <a:ext cx="5295899" cy="3847021"/>
          </a:xfrm>
          <a:prstGeom prst="rect">
            <a:avLst/>
          </a:prstGeom>
          <a:ln>
            <a:solidFill>
              <a:schemeClr val="bg1">
                <a:lumMod val="65000"/>
              </a:schemeClr>
            </a:solidFill>
          </a:ln>
        </p:spPr>
      </p:pic>
      <p:pic>
        <p:nvPicPr>
          <p:cNvPr id="11" name="图片 10"/>
          <p:cNvPicPr>
            <a:picLocks noChangeAspect="1"/>
          </p:cNvPicPr>
          <p:nvPr userDrawn="1"/>
        </p:nvPicPr>
        <p:blipFill>
          <a:blip r:embed="rId3"/>
          <a:stretch>
            <a:fillRect/>
          </a:stretch>
        </p:blipFill>
        <p:spPr>
          <a:xfrm>
            <a:off x="6464300" y="2138895"/>
            <a:ext cx="5295900" cy="3847022"/>
          </a:xfrm>
          <a:prstGeom prst="rect">
            <a:avLst/>
          </a:prstGeom>
          <a:ln>
            <a:solidFill>
              <a:schemeClr val="bg1">
                <a:lumMod val="65000"/>
              </a:schemeClr>
            </a:solidFill>
          </a:ln>
        </p:spPr>
      </p:pic>
      <p:sp>
        <p:nvSpPr>
          <p:cNvPr id="12" name="文本框 11"/>
          <p:cNvSpPr txBox="1"/>
          <p:nvPr userDrawn="1"/>
        </p:nvSpPr>
        <p:spPr>
          <a:xfrm>
            <a:off x="333477" y="6061002"/>
            <a:ext cx="3183885" cy="276999"/>
          </a:xfrm>
          <a:prstGeom prst="rect">
            <a:avLst/>
          </a:prstGeom>
          <a:noFill/>
        </p:spPr>
        <p:txBody>
          <a:bodyPr wrap="none" rtlCol="0">
            <a:spAutoFit/>
          </a:bodyPr>
          <a:lstStyle/>
          <a:p>
            <a:r>
              <a:rPr lang="en-US" sz="1200" spc="150">
                <a:latin typeface="微软雅黑" panose="020B0503020204020204" charset="-122"/>
                <a:ea typeface="微软雅黑" panose="020B0503020204020204" charset="-122"/>
              </a:rPr>
              <a:t>1.</a:t>
            </a:r>
            <a:r>
              <a:rPr lang="zh-CN" altLang="en-US" sz="1200" spc="150">
                <a:latin typeface="微软雅黑" panose="020B0503020204020204" charset="-122"/>
                <a:ea typeface="微软雅黑" panose="020B0503020204020204" charset="-122"/>
              </a:rPr>
              <a:t> 选择“设计”</a:t>
            </a:r>
            <a:r>
              <a:rPr lang="en-US" altLang="zh-CN" sz="1200" spc="150">
                <a:latin typeface="微软雅黑" panose="020B0503020204020204" charset="-122"/>
                <a:ea typeface="微软雅黑" panose="020B0503020204020204" charset="-122"/>
              </a:rPr>
              <a:t>-</a:t>
            </a:r>
            <a:r>
              <a:rPr lang="zh-CN" altLang="en-US" sz="1200" spc="150">
                <a:latin typeface="微软雅黑" panose="020B0503020204020204" charset="-122"/>
                <a:ea typeface="微软雅黑" panose="020B0503020204020204" charset="-122"/>
              </a:rPr>
              <a:t>“变体”</a:t>
            </a:r>
            <a:r>
              <a:rPr lang="en-US" altLang="zh-CN" sz="1200" spc="150">
                <a:latin typeface="微软雅黑" panose="020B0503020204020204" charset="-122"/>
                <a:ea typeface="微软雅黑" panose="020B0503020204020204" charset="-122"/>
              </a:rPr>
              <a:t>-</a:t>
            </a:r>
            <a:r>
              <a:rPr lang="zh-CN" altLang="en-US" sz="1200" spc="150">
                <a:latin typeface="微软雅黑" panose="020B0503020204020204" charset="-122"/>
                <a:ea typeface="微软雅黑" panose="020B0503020204020204" charset="-122"/>
              </a:rPr>
              <a:t>“颜色”；</a:t>
            </a:r>
            <a:endParaRPr lang="en-US" sz="1200" spc="150">
              <a:latin typeface="微软雅黑" panose="020B0503020204020204" charset="-122"/>
              <a:ea typeface="微软雅黑" panose="020B0503020204020204" charset="-122"/>
            </a:endParaRPr>
          </a:p>
        </p:txBody>
      </p:sp>
      <p:sp>
        <p:nvSpPr>
          <p:cNvPr id="13" name="文本框 12"/>
          <p:cNvSpPr txBox="1"/>
          <p:nvPr userDrawn="1"/>
        </p:nvSpPr>
        <p:spPr>
          <a:xfrm>
            <a:off x="6360651" y="6061002"/>
            <a:ext cx="4562467" cy="276999"/>
          </a:xfrm>
          <a:prstGeom prst="rect">
            <a:avLst/>
          </a:prstGeom>
          <a:noFill/>
        </p:spPr>
        <p:txBody>
          <a:bodyPr wrap="none" rtlCol="0">
            <a:spAutoFit/>
          </a:bodyPr>
          <a:lstStyle/>
          <a:p>
            <a:r>
              <a:rPr lang="en-US" sz="1200" spc="150">
                <a:latin typeface="微软雅黑" panose="020B0503020204020204" charset="-122"/>
                <a:ea typeface="微软雅黑" panose="020B0503020204020204" charset="-122"/>
              </a:rPr>
              <a:t>2.</a:t>
            </a:r>
            <a:r>
              <a:rPr lang="zh-CN" altLang="en-US" sz="1200" spc="150">
                <a:latin typeface="微软雅黑" panose="020B0503020204020204" charset="-122"/>
                <a:ea typeface="微软雅黑" panose="020B0503020204020204" charset="-122"/>
              </a:rPr>
              <a:t> 选择你喜欢的颜色搭配，模板一秒调整为你选颜色。</a:t>
            </a:r>
            <a:endParaRPr lang="en-US" sz="1200" spc="150">
              <a:latin typeface="微软雅黑" panose="020B0503020204020204" charset="-122"/>
              <a:ea typeface="微软雅黑" panose="020B0503020204020204" charset="-122"/>
            </a:endParaRPr>
          </a:p>
        </p:txBody>
      </p:sp>
      <p:pic>
        <p:nvPicPr>
          <p:cNvPr id="14" name="图片 13"/>
          <p:cNvPicPr>
            <a:picLocks noChangeAspect="1"/>
          </p:cNvPicPr>
          <p:nvPr userDrawn="1"/>
        </p:nvPicPr>
        <p:blipFill>
          <a:blip r:embed="rId4"/>
          <a:stretch>
            <a:fillRect/>
          </a:stretch>
        </p:blipFill>
        <p:spPr>
          <a:xfrm>
            <a:off x="3005928" y="2609333"/>
            <a:ext cx="819667" cy="819667"/>
          </a:xfrm>
          <a:prstGeom prst="rect">
            <a:avLst/>
          </a:prstGeom>
          <a:effectLst>
            <a:outerShdw blurRad="50800" dist="38100" dir="2700000" algn="tl" rotWithShape="0">
              <a:prstClr val="black">
                <a:alpha val="40000"/>
              </a:prstClr>
            </a:outerShdw>
          </a:effectLst>
        </p:spPr>
      </p:pic>
      <p:pic>
        <p:nvPicPr>
          <p:cNvPr id="15" name="图片 14"/>
          <p:cNvPicPr>
            <a:picLocks noChangeAspect="1"/>
          </p:cNvPicPr>
          <p:nvPr userDrawn="1"/>
        </p:nvPicPr>
        <p:blipFill>
          <a:blip r:embed="rId4"/>
          <a:stretch>
            <a:fillRect/>
          </a:stretch>
        </p:blipFill>
        <p:spPr>
          <a:xfrm>
            <a:off x="10787853" y="4257158"/>
            <a:ext cx="819667" cy="819667"/>
          </a:xfrm>
          <a:prstGeom prst="rect">
            <a:avLst/>
          </a:prstGeom>
          <a:effectLst>
            <a:outerShdw blurRad="50800" dist="38100" dir="2700000" algn="tl" rotWithShape="0">
              <a:prstClr val="black">
                <a:alpha val="40000"/>
              </a:prstClr>
            </a:outerShdw>
          </a:effec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模板使用技巧 2">
    <p:spTree>
      <p:nvGrpSpPr>
        <p:cNvPr id="1" name=""/>
        <p:cNvGrpSpPr/>
        <p:nvPr/>
      </p:nvGrpSpPr>
      <p:grpSpPr>
        <a:xfrm>
          <a:off x="0" y="0"/>
          <a:ext cx="0" cy="0"/>
          <a:chOff x="0" y="0"/>
          <a:chExt cx="0" cy="0"/>
        </a:xfrm>
      </p:grpSpPr>
      <p:sp>
        <p:nvSpPr>
          <p:cNvPr id="3" name="矩形 2"/>
          <p:cNvSpPr/>
          <p:nvPr userDrawn="1"/>
        </p:nvSpPr>
        <p:spPr>
          <a:xfrm>
            <a:off x="440603" y="759873"/>
            <a:ext cx="1750800" cy="369332"/>
          </a:xfrm>
          <a:prstGeom prst="rect">
            <a:avLst/>
          </a:prstGeom>
        </p:spPr>
        <p:txBody>
          <a:bodyPr wrap="none">
            <a:spAutoFit/>
          </a:bodyPr>
          <a:lstStyle/>
          <a:p>
            <a:pPr defTabSz="608965"/>
            <a:r>
              <a:rPr lang="zh-CN" altLang="en-US" sz="1800">
                <a:solidFill>
                  <a:schemeClr val="tx1">
                    <a:lumMod val="75000"/>
                    <a:lumOff val="25000"/>
                  </a:schemeClr>
                </a:solidFill>
                <a:latin typeface="Segoe UI Light" panose="020B0502040204020203"/>
                <a:ea typeface="微软雅黑" panose="020B0503020204020204" charset="-122"/>
                <a:cs typeface="Segoe UI Light" panose="020B0502040204020203"/>
              </a:rPr>
              <a:t>模板使用技巧</a:t>
            </a:r>
            <a:r>
              <a:rPr lang="en-US" altLang="zh-CN" sz="1800">
                <a:solidFill>
                  <a:schemeClr val="tx1">
                    <a:lumMod val="75000"/>
                    <a:lumOff val="25000"/>
                  </a:schemeClr>
                </a:solidFill>
                <a:latin typeface="Segoe UI Light" panose="020B0502040204020203"/>
                <a:ea typeface="微软雅黑" panose="020B0503020204020204" charset="-122"/>
                <a:cs typeface="Segoe UI Light" panose="020B0502040204020203"/>
              </a:rPr>
              <a:t> 2</a:t>
            </a:r>
            <a:endParaRPr lang="zh-CN" altLang="en-US" sz="1800" dirty="0">
              <a:solidFill>
                <a:schemeClr val="tx1">
                  <a:lumMod val="75000"/>
                  <a:lumOff val="25000"/>
                </a:schemeClr>
              </a:solidFill>
              <a:latin typeface="Segoe UI Light" panose="020B0502040204020203"/>
              <a:ea typeface="微软雅黑" panose="020B0503020204020204" charset="-122"/>
              <a:cs typeface="Segoe UI Light" panose="020B0502040204020203"/>
            </a:endParaRPr>
          </a:p>
        </p:txBody>
      </p:sp>
      <p:sp>
        <p:nvSpPr>
          <p:cNvPr id="4" name="矩形 3"/>
          <p:cNvSpPr/>
          <p:nvPr userDrawn="1"/>
        </p:nvSpPr>
        <p:spPr>
          <a:xfrm>
            <a:off x="440603" y="182445"/>
            <a:ext cx="777777" cy="246221"/>
          </a:xfrm>
          <a:prstGeom prst="rect">
            <a:avLst/>
          </a:prstGeom>
        </p:spPr>
        <p:txBody>
          <a:bodyPr wrap="none">
            <a:spAutoFit/>
          </a:bodyPr>
          <a:lstStyle/>
          <a:p>
            <a:pPr defTabSz="608965"/>
            <a:r>
              <a:rPr kumimoji="1" lang="en-US" altLang="zh-CN" sz="1000" dirty="0">
                <a:solidFill>
                  <a:schemeClr val="tx1">
                    <a:lumMod val="75000"/>
                    <a:lumOff val="25000"/>
                  </a:schemeClr>
                </a:solidFill>
                <a:latin typeface="Segoe UI Light" panose="020B0502040204020203"/>
                <a:ea typeface="微软雅黑" panose="020B0503020204020204" charset="-122"/>
                <a:cs typeface="Segoe UI Light" panose="020B0502040204020203"/>
              </a:rPr>
              <a:t>OfficePLUS</a:t>
            </a:r>
            <a:endParaRPr lang="zh-CN" altLang="en-US" sz="1000" dirty="0">
              <a:solidFill>
                <a:schemeClr val="tx1">
                  <a:lumMod val="75000"/>
                  <a:lumOff val="25000"/>
                </a:schemeClr>
              </a:solidFill>
              <a:latin typeface="Segoe UI Light" panose="020B0502040204020203"/>
              <a:ea typeface="微软雅黑" panose="020B0503020204020204" charset="-122"/>
              <a:cs typeface="Segoe UI Light" panose="020B0502040204020203"/>
            </a:endParaRPr>
          </a:p>
        </p:txBody>
      </p:sp>
      <p:pic>
        <p:nvPicPr>
          <p:cNvPr id="5" name="图片 4"/>
          <p:cNvPicPr>
            <a:picLocks noChangeAspect="1"/>
          </p:cNvPicPr>
          <p:nvPr userDrawn="1"/>
        </p:nvPicPr>
        <p:blipFill>
          <a:blip r:embed="rId2"/>
          <a:stretch>
            <a:fillRect/>
          </a:stretch>
        </p:blipFill>
        <p:spPr>
          <a:xfrm>
            <a:off x="431800" y="2138895"/>
            <a:ext cx="5295899" cy="3847021"/>
          </a:xfrm>
          <a:prstGeom prst="rect">
            <a:avLst/>
          </a:prstGeom>
          <a:ln>
            <a:solidFill>
              <a:schemeClr val="bg1">
                <a:lumMod val="65000"/>
              </a:schemeClr>
            </a:solidFill>
          </a:ln>
        </p:spPr>
      </p:pic>
      <p:pic>
        <p:nvPicPr>
          <p:cNvPr id="6" name="图片 5"/>
          <p:cNvPicPr>
            <a:picLocks noChangeAspect="1"/>
          </p:cNvPicPr>
          <p:nvPr userDrawn="1"/>
        </p:nvPicPr>
        <p:blipFill>
          <a:blip r:embed="rId3"/>
          <a:stretch>
            <a:fillRect/>
          </a:stretch>
        </p:blipFill>
        <p:spPr>
          <a:xfrm>
            <a:off x="6464301" y="2138895"/>
            <a:ext cx="5295900" cy="3847022"/>
          </a:xfrm>
          <a:prstGeom prst="rect">
            <a:avLst/>
          </a:prstGeom>
          <a:ln>
            <a:solidFill>
              <a:schemeClr val="bg1">
                <a:lumMod val="65000"/>
              </a:schemeClr>
            </a:solidFill>
          </a:ln>
        </p:spPr>
      </p:pic>
      <p:sp>
        <p:nvSpPr>
          <p:cNvPr id="7" name="文本框 6"/>
          <p:cNvSpPr txBox="1"/>
          <p:nvPr userDrawn="1"/>
        </p:nvSpPr>
        <p:spPr>
          <a:xfrm>
            <a:off x="431800" y="1174234"/>
            <a:ext cx="3467616" cy="584775"/>
          </a:xfrm>
          <a:prstGeom prst="rect">
            <a:avLst/>
          </a:prstGeom>
          <a:noFill/>
        </p:spPr>
        <p:txBody>
          <a:bodyPr wrap="none" rtlCol="0">
            <a:spAutoFit/>
          </a:bodyPr>
          <a:lstStyle/>
          <a:p>
            <a:r>
              <a:rPr lang="zh-CN" altLang="en-US" sz="3200" b="1">
                <a:solidFill>
                  <a:schemeClr val="tx1">
                    <a:lumMod val="85000"/>
                    <a:lumOff val="15000"/>
                  </a:schemeClr>
                </a:solidFill>
                <a:latin typeface="微软雅黑" panose="020B0503020204020204" charset="-122"/>
                <a:ea typeface="微软雅黑" panose="020B0503020204020204" charset="-122"/>
              </a:rPr>
              <a:t>随时添加模板样式</a:t>
            </a:r>
            <a:endParaRPr lang="en-US" sz="3200" b="1">
              <a:solidFill>
                <a:schemeClr val="tx1">
                  <a:lumMod val="85000"/>
                  <a:lumOff val="15000"/>
                </a:schemeClr>
              </a:solidFill>
              <a:latin typeface="微软雅黑" panose="020B0503020204020204" charset="-122"/>
              <a:ea typeface="微软雅黑" panose="020B0503020204020204" charset="-122"/>
            </a:endParaRPr>
          </a:p>
        </p:txBody>
      </p:sp>
      <p:sp>
        <p:nvSpPr>
          <p:cNvPr id="8" name="文本框 7"/>
          <p:cNvSpPr txBox="1"/>
          <p:nvPr userDrawn="1"/>
        </p:nvSpPr>
        <p:spPr>
          <a:xfrm>
            <a:off x="333477" y="6061002"/>
            <a:ext cx="3010761" cy="276999"/>
          </a:xfrm>
          <a:prstGeom prst="rect">
            <a:avLst/>
          </a:prstGeom>
          <a:noFill/>
        </p:spPr>
        <p:txBody>
          <a:bodyPr wrap="none" rtlCol="0">
            <a:spAutoFit/>
          </a:bodyPr>
          <a:lstStyle/>
          <a:p>
            <a:r>
              <a:rPr lang="en-US" sz="1200" spc="150">
                <a:latin typeface="微软雅黑" panose="020B0503020204020204" charset="-122"/>
                <a:ea typeface="微软雅黑" panose="020B0503020204020204" charset="-122"/>
              </a:rPr>
              <a:t>1.</a:t>
            </a:r>
            <a:r>
              <a:rPr lang="zh-CN" altLang="en-US" sz="1200" spc="150">
                <a:latin typeface="微软雅黑" panose="020B0503020204020204" charset="-122"/>
                <a:ea typeface="微软雅黑" panose="020B0503020204020204" charset="-122"/>
              </a:rPr>
              <a:t> 选择“开始”</a:t>
            </a:r>
            <a:r>
              <a:rPr lang="en-US" altLang="zh-CN" sz="1200" spc="150">
                <a:latin typeface="微软雅黑" panose="020B0503020204020204" charset="-122"/>
                <a:ea typeface="微软雅黑" panose="020B0503020204020204" charset="-122"/>
              </a:rPr>
              <a:t>-</a:t>
            </a:r>
            <a:r>
              <a:rPr lang="zh-CN" altLang="en-US" sz="1200" spc="150">
                <a:latin typeface="微软雅黑" panose="020B0503020204020204" charset="-122"/>
                <a:ea typeface="微软雅黑" panose="020B0503020204020204" charset="-122"/>
              </a:rPr>
              <a:t>“新建幻灯片”；</a:t>
            </a:r>
            <a:endParaRPr lang="en-US" sz="1200" spc="150">
              <a:latin typeface="微软雅黑" panose="020B0503020204020204" charset="-122"/>
              <a:ea typeface="微软雅黑" panose="020B0503020204020204" charset="-122"/>
            </a:endParaRPr>
          </a:p>
        </p:txBody>
      </p:sp>
      <p:sp>
        <p:nvSpPr>
          <p:cNvPr id="9" name="文本框 8"/>
          <p:cNvSpPr txBox="1"/>
          <p:nvPr userDrawn="1"/>
        </p:nvSpPr>
        <p:spPr>
          <a:xfrm>
            <a:off x="6360651" y="6061002"/>
            <a:ext cx="5256567" cy="276999"/>
          </a:xfrm>
          <a:prstGeom prst="rect">
            <a:avLst/>
          </a:prstGeom>
          <a:noFill/>
        </p:spPr>
        <p:txBody>
          <a:bodyPr wrap="none" rtlCol="0">
            <a:spAutoFit/>
          </a:bodyPr>
          <a:lstStyle/>
          <a:p>
            <a:r>
              <a:rPr lang="en-US" sz="1200" spc="150">
                <a:latin typeface="微软雅黑" panose="020B0503020204020204" charset="-122"/>
                <a:ea typeface="微软雅黑" panose="020B0503020204020204" charset="-122"/>
              </a:rPr>
              <a:t>2.</a:t>
            </a:r>
            <a:r>
              <a:rPr lang="zh-CN" altLang="en-US" sz="1200" spc="150">
                <a:latin typeface="微软雅黑" panose="020B0503020204020204" charset="-122"/>
                <a:ea typeface="微软雅黑" panose="020B0503020204020204" charset="-122"/>
              </a:rPr>
              <a:t> 选择你需要的页面，如封面页，目录页，副标题页，内容页等</a:t>
            </a:r>
            <a:r>
              <a:rPr lang="en-US" altLang="zh-CN" sz="1200" spc="150">
                <a:latin typeface="微软雅黑" panose="020B0503020204020204" charset="-122"/>
                <a:ea typeface="微软雅黑" panose="020B0503020204020204" charset="-122"/>
              </a:rPr>
              <a:t>…</a:t>
            </a:r>
            <a:endParaRPr lang="en-US" sz="1200" spc="150">
              <a:latin typeface="微软雅黑" panose="020B0503020204020204" charset="-122"/>
              <a:ea typeface="微软雅黑" panose="020B0503020204020204" charset="-122"/>
            </a:endParaRPr>
          </a:p>
        </p:txBody>
      </p:sp>
      <p:pic>
        <p:nvPicPr>
          <p:cNvPr id="10" name="图片 9"/>
          <p:cNvPicPr>
            <a:picLocks noChangeAspect="1"/>
          </p:cNvPicPr>
          <p:nvPr userDrawn="1"/>
        </p:nvPicPr>
        <p:blipFill>
          <a:blip r:embed="rId4"/>
          <a:stretch>
            <a:fillRect/>
          </a:stretch>
        </p:blipFill>
        <p:spPr>
          <a:xfrm>
            <a:off x="700878" y="2428358"/>
            <a:ext cx="819667" cy="819667"/>
          </a:xfrm>
          <a:prstGeom prst="rect">
            <a:avLst/>
          </a:prstGeom>
          <a:effectLst>
            <a:outerShdw blurRad="50800" dist="38100" dir="2700000" algn="tl" rotWithShape="0">
              <a:prstClr val="black">
                <a:alpha val="40000"/>
              </a:prstClr>
            </a:outerShdw>
          </a:effec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关注微软Office文档">
    <p:spTree>
      <p:nvGrpSpPr>
        <p:cNvPr id="1" name=""/>
        <p:cNvGrpSpPr/>
        <p:nvPr/>
      </p:nvGrpSpPr>
      <p:grpSpPr>
        <a:xfrm>
          <a:off x="0" y="0"/>
          <a:ext cx="0" cy="0"/>
          <a:chOff x="0" y="0"/>
          <a:chExt cx="0" cy="0"/>
        </a:xfrm>
      </p:grpSpPr>
      <p:sp>
        <p:nvSpPr>
          <p:cNvPr id="3" name="矩形 2"/>
          <p:cNvSpPr/>
          <p:nvPr userDrawn="1"/>
        </p:nvSpPr>
        <p:spPr>
          <a:xfrm>
            <a:off x="0" y="3429000"/>
            <a:ext cx="12192000" cy="3429000"/>
          </a:xfrm>
          <a:prstGeom prst="rect">
            <a:avLst/>
          </a:prstGeom>
          <a:solidFill>
            <a:srgbClr val="E73A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charset="-122"/>
              <a:ea typeface="微软雅黑" panose="020B0503020204020204" charset="-122"/>
            </a:endParaRPr>
          </a:p>
        </p:txBody>
      </p:sp>
      <p:sp>
        <p:nvSpPr>
          <p:cNvPr id="4" name="矩形: 圆角 3"/>
          <p:cNvSpPr/>
          <p:nvPr userDrawn="1"/>
        </p:nvSpPr>
        <p:spPr>
          <a:xfrm>
            <a:off x="1079465" y="1527629"/>
            <a:ext cx="3802742" cy="3802742"/>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charset="-122"/>
              <a:ea typeface="微软雅黑" panose="020B0503020204020204" charset="-122"/>
            </a:endParaRPr>
          </a:p>
        </p:txBody>
      </p:sp>
      <p:pic>
        <p:nvPicPr>
          <p:cNvPr id="5" name="图片 4" descr="图片包含 纵横字谜, 文字&#10;&#10;已生成极高可信度的说明"/>
          <p:cNvPicPr>
            <a:picLocks noChangeAspect="1"/>
          </p:cNvPicPr>
          <p:nvPr userDrawn="1"/>
        </p:nvPicPr>
        <p:blipFill>
          <a:blip r:embed="rId2">
            <a:clrChange>
              <a:clrFrom>
                <a:srgbClr val="FFFFFF"/>
              </a:clrFrom>
              <a:clrTo>
                <a:srgbClr val="FFFFFF">
                  <a:alpha val="0"/>
                </a:srgbClr>
              </a:clrTo>
            </a:clrChange>
          </a:blip>
          <a:stretch>
            <a:fillRect/>
          </a:stretch>
        </p:blipFill>
        <p:spPr>
          <a:xfrm>
            <a:off x="1308065" y="1756229"/>
            <a:ext cx="3345542" cy="3345542"/>
          </a:xfrm>
          <a:prstGeom prst="rect">
            <a:avLst/>
          </a:prstGeom>
        </p:spPr>
      </p:pic>
      <p:sp>
        <p:nvSpPr>
          <p:cNvPr id="6" name="文本框 5"/>
          <p:cNvSpPr txBox="1"/>
          <p:nvPr userDrawn="1"/>
        </p:nvSpPr>
        <p:spPr>
          <a:xfrm>
            <a:off x="5239657" y="1566506"/>
            <a:ext cx="6013185" cy="3549241"/>
          </a:xfrm>
          <a:prstGeom prst="rect">
            <a:avLst/>
          </a:prstGeom>
          <a:noFill/>
        </p:spPr>
        <p:txBody>
          <a:bodyPr wrap="none" rtlCol="0">
            <a:spAutoFit/>
          </a:bodyPr>
          <a:lstStyle/>
          <a:p>
            <a:pPr>
              <a:lnSpc>
                <a:spcPct val="150000"/>
              </a:lnSpc>
              <a:spcBef>
                <a:spcPts val="600"/>
              </a:spcBef>
            </a:pPr>
            <a:r>
              <a:rPr lang="zh-CN" altLang="en-US" sz="3600" b="1" kern="0">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办公模板更新</a:t>
            </a:r>
            <a:endParaRPr lang="en-US" altLang="zh-CN" sz="3600" b="1" kern="0">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a:p>
            <a:pPr>
              <a:lnSpc>
                <a:spcPct val="150000"/>
              </a:lnSpc>
              <a:spcBef>
                <a:spcPts val="600"/>
              </a:spcBef>
            </a:pPr>
            <a:r>
              <a:rPr lang="zh-CN" altLang="en-US" sz="3600" b="1" kern="0">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微软</a:t>
            </a:r>
            <a:endParaRPr lang="en-US" altLang="zh-CN" sz="3600" b="1" kern="0">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a:p>
            <a:pPr>
              <a:lnSpc>
                <a:spcPct val="150000"/>
              </a:lnSpc>
              <a:spcBef>
                <a:spcPts val="600"/>
              </a:spcBef>
            </a:pPr>
            <a:r>
              <a:rPr lang="zh-CN" altLang="en-US" sz="36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微信扫码关注</a:t>
            </a:r>
            <a:endParaRPr lang="en-US" altLang="zh-CN" sz="36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a:p>
            <a:pPr>
              <a:lnSpc>
                <a:spcPct val="150000"/>
              </a:lnSpc>
              <a:spcBef>
                <a:spcPts val="600"/>
              </a:spcBef>
            </a:pPr>
            <a:r>
              <a:rPr lang="zh-CN" altLang="en-US" sz="36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微软</a:t>
            </a:r>
            <a:r>
              <a:rPr lang="en-US" altLang="zh-CN" sz="36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Office</a:t>
            </a:r>
            <a:r>
              <a:rPr lang="zh-CN" altLang="en-US" sz="36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文档 」服务号</a:t>
            </a:r>
            <a:endParaRPr lang="en-US" altLang="zh-CN" sz="36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pic>
        <p:nvPicPr>
          <p:cNvPr id="7" name="图片 6">
            <a:hlinkClick r:id="rId3"/>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5239657" y="6345797"/>
            <a:ext cx="1712686" cy="22607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微软黑科技">
    <p:spTree>
      <p:nvGrpSpPr>
        <p:cNvPr id="1" name=""/>
        <p:cNvGrpSpPr/>
        <p:nvPr/>
      </p:nvGrpSpPr>
      <p:grpSpPr>
        <a:xfrm>
          <a:off x="0" y="0"/>
          <a:ext cx="0" cy="0"/>
          <a:chOff x="0" y="0"/>
          <a:chExt cx="0" cy="0"/>
        </a:xfrm>
      </p:grpSpPr>
      <p:cxnSp>
        <p:nvCxnSpPr>
          <p:cNvPr id="4" name="直接连接符 3"/>
          <p:cNvCxnSpPr/>
          <p:nvPr userDrawn="1"/>
        </p:nvCxnSpPr>
        <p:spPr>
          <a:xfrm>
            <a:off x="0" y="657288"/>
            <a:ext cx="12192000" cy="0"/>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3091547"/>
            <a:ext cx="12192000" cy="3766453"/>
          </a:xfrm>
          <a:prstGeom prst="rect">
            <a:avLst/>
          </a:prstGeom>
          <a:solidFill>
            <a:srgbClr val="E73A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charset="-122"/>
              <a:ea typeface="微软雅黑" panose="020B0503020204020204" charset="-122"/>
            </a:endParaRPr>
          </a:p>
        </p:txBody>
      </p:sp>
      <p:sp>
        <p:nvSpPr>
          <p:cNvPr id="8" name="矩形: 圆角 7"/>
          <p:cNvSpPr/>
          <p:nvPr userDrawn="1"/>
        </p:nvSpPr>
        <p:spPr>
          <a:xfrm>
            <a:off x="621395"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charset="-122"/>
              <a:ea typeface="微软雅黑" panose="020B0503020204020204" charset="-122"/>
            </a:endParaRPr>
          </a:p>
        </p:txBody>
      </p:sp>
      <p:sp>
        <p:nvSpPr>
          <p:cNvPr id="9" name="矩形: 圆角 8"/>
          <p:cNvSpPr/>
          <p:nvPr userDrawn="1"/>
        </p:nvSpPr>
        <p:spPr>
          <a:xfrm>
            <a:off x="4374467"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charset="-122"/>
              <a:ea typeface="微软雅黑" panose="020B0503020204020204" charset="-122"/>
            </a:endParaRPr>
          </a:p>
        </p:txBody>
      </p:sp>
      <p:sp>
        <p:nvSpPr>
          <p:cNvPr id="10" name="文本框 9"/>
          <p:cNvSpPr txBox="1"/>
          <p:nvPr userDrawn="1"/>
        </p:nvSpPr>
        <p:spPr>
          <a:xfrm>
            <a:off x="1656327" y="286129"/>
            <a:ext cx="8879354" cy="670120"/>
          </a:xfrm>
          <a:prstGeom prst="rect">
            <a:avLst/>
          </a:prstGeom>
          <a:solidFill>
            <a:schemeClr val="bg1"/>
          </a:solidFill>
        </p:spPr>
        <p:txBody>
          <a:bodyPr wrap="none" rtlCol="0">
            <a:spAutoFit/>
          </a:bodyPr>
          <a:lstStyle/>
          <a:p>
            <a:pPr algn="ctr">
              <a:lnSpc>
                <a:spcPct val="130000"/>
              </a:lnSpc>
              <a:spcBef>
                <a:spcPts val="600"/>
              </a:spcBef>
            </a:pPr>
            <a:r>
              <a:rPr lang="zh-CN" altLang="en-US" sz="3200" b="1" kern="0">
                <a:latin typeface="微软雅黑" panose="020B0503020204020204" charset="-122"/>
                <a:ea typeface="微软雅黑" panose="020B0503020204020204" charset="-122"/>
                <a:cs typeface="+mn-ea"/>
                <a:sym typeface="+mn-lt"/>
              </a:rPr>
              <a:t> 微信扫描小程序码，使用微软移动办公黑科技 </a:t>
            </a:r>
            <a:endParaRPr lang="en-US" sz="3200" b="1" kern="0" dirty="0">
              <a:latin typeface="微软雅黑" panose="020B0503020204020204" charset="-122"/>
              <a:ea typeface="微软雅黑" panose="020B0503020204020204" charset="-122"/>
              <a:cs typeface="+mn-ea"/>
              <a:sym typeface="+mn-lt"/>
            </a:endParaRPr>
          </a:p>
        </p:txBody>
      </p:sp>
      <p:cxnSp>
        <p:nvCxnSpPr>
          <p:cNvPr id="11" name="直接连接符 10"/>
          <p:cNvCxnSpPr/>
          <p:nvPr userDrawn="1"/>
        </p:nvCxnSpPr>
        <p:spPr>
          <a:xfrm flipH="1">
            <a:off x="1523089" y="369629"/>
            <a:ext cx="266460" cy="622048"/>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flipH="1">
            <a:off x="10402443" y="369629"/>
            <a:ext cx="266460" cy="622048"/>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sp>
        <p:nvSpPr>
          <p:cNvPr id="13" name="矩形: 圆角 12"/>
          <p:cNvSpPr/>
          <p:nvPr userDrawn="1"/>
        </p:nvSpPr>
        <p:spPr>
          <a:xfrm>
            <a:off x="8159751"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sz="1400" dirty="0">
              <a:latin typeface="微软雅黑" panose="020B0503020204020204" charset="-122"/>
              <a:ea typeface="微软雅黑" panose="020B0503020204020204" charset="-122"/>
            </a:endParaRPr>
          </a:p>
        </p:txBody>
      </p:sp>
      <p:sp>
        <p:nvSpPr>
          <p:cNvPr id="17" name="文本框 16"/>
          <p:cNvSpPr txBox="1"/>
          <p:nvPr userDrawn="1"/>
        </p:nvSpPr>
        <p:spPr>
          <a:xfrm>
            <a:off x="987447" y="5138740"/>
            <a:ext cx="2730235" cy="907428"/>
          </a:xfrm>
          <a:prstGeom prst="rect">
            <a:avLst/>
          </a:prstGeom>
          <a:noFill/>
        </p:spPr>
        <p:txBody>
          <a:bodyPr wrap="none" rtlCol="0">
            <a:spAutoFit/>
          </a:bodyPr>
          <a:lstStyle/>
          <a:p>
            <a:pPr algn="ctr">
              <a:lnSpc>
                <a:spcPct val="140000"/>
              </a:lnSpc>
            </a:pPr>
            <a:r>
              <a:rPr lang="zh-CN" altLang="en-US" sz="2000" kern="0">
                <a:solidFill>
                  <a:schemeClr val="bg1">
                    <a:alpha val="77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在微信访问</a:t>
            </a:r>
            <a:r>
              <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OneDrive</a:t>
            </a:r>
          </a:p>
          <a:p>
            <a:pPr algn="ctr">
              <a:lnSpc>
                <a:spcPct val="140000"/>
              </a:lnSpc>
            </a:pPr>
            <a:r>
              <a:rPr lang="zh-CN" altLang="en-US" sz="20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 微软</a:t>
            </a:r>
            <a:r>
              <a:rPr lang="en-US" altLang="zh-CN" sz="20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Office</a:t>
            </a:r>
            <a:r>
              <a:rPr lang="zh-CN" altLang="en-US" sz="20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文档 」</a:t>
            </a:r>
            <a:endParaRPr lang="en-US" sz="2000" b="1" kern="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18" name="文本框 17"/>
          <p:cNvSpPr txBox="1"/>
          <p:nvPr userDrawn="1"/>
        </p:nvSpPr>
        <p:spPr>
          <a:xfrm>
            <a:off x="4862328" y="5138740"/>
            <a:ext cx="2467342" cy="907428"/>
          </a:xfrm>
          <a:prstGeom prst="rect">
            <a:avLst/>
          </a:prstGeom>
          <a:noFill/>
        </p:spPr>
        <p:txBody>
          <a:bodyPr wrap="none" rtlCol="0">
            <a:spAutoFit/>
          </a:bodyPr>
          <a:lstStyle/>
          <a:p>
            <a:pPr algn="ctr">
              <a:lnSpc>
                <a:spcPct val="140000"/>
              </a:lnSpc>
            </a:pPr>
            <a:r>
              <a:rPr lang="zh-CN" altLang="en-US" sz="2000" kern="0">
                <a:solidFill>
                  <a:schemeClr val="bg1">
                    <a:alpha val="77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让你的文档会说话</a:t>
            </a:r>
            <a:endPar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a:p>
            <a:pPr algn="ctr">
              <a:lnSpc>
                <a:spcPct val="140000"/>
              </a:lnSpc>
            </a:pPr>
            <a:r>
              <a:rPr lang="zh-CN" altLang="en-US" sz="20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 微软听听文档 」</a:t>
            </a:r>
          </a:p>
        </p:txBody>
      </p:sp>
      <p:sp>
        <p:nvSpPr>
          <p:cNvPr id="19" name="文本框 18"/>
          <p:cNvSpPr txBox="1"/>
          <p:nvPr userDrawn="1"/>
        </p:nvSpPr>
        <p:spPr>
          <a:xfrm>
            <a:off x="8644425" y="5138740"/>
            <a:ext cx="2492990" cy="907428"/>
          </a:xfrm>
          <a:prstGeom prst="rect">
            <a:avLst/>
          </a:prstGeom>
          <a:noFill/>
        </p:spPr>
        <p:txBody>
          <a:bodyPr wrap="none" rtlCol="0">
            <a:spAutoFit/>
          </a:bodyPr>
          <a:lstStyle/>
          <a:p>
            <a:pPr algn="ctr">
              <a:lnSpc>
                <a:spcPct val="140000"/>
              </a:lnSpc>
            </a:pPr>
            <a:r>
              <a:rPr lang="zh-CN" altLang="en-US" sz="2000" kern="0">
                <a:solidFill>
                  <a:schemeClr val="bg1">
                    <a:alpha val="77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你的文档创作小助手</a:t>
            </a:r>
            <a:endParaRPr lang="en-US" altLang="zh-CN" sz="2000" kern="0">
              <a:solidFill>
                <a:schemeClr val="bg1">
                  <a:alpha val="77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a:p>
            <a:pPr algn="ctr">
              <a:lnSpc>
                <a:spcPct val="140000"/>
              </a:lnSpc>
            </a:pPr>
            <a:r>
              <a:rPr lang="zh-CN" altLang="en-US" sz="20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 「 微软</a:t>
            </a:r>
            <a:r>
              <a:rPr lang="en-US" altLang="zh-CN" sz="20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AI</a:t>
            </a:r>
            <a:r>
              <a:rPr lang="zh-CN" altLang="en-US" sz="2000" b="1" ker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识图 」</a:t>
            </a:r>
          </a:p>
        </p:txBody>
      </p:sp>
      <p:cxnSp>
        <p:nvCxnSpPr>
          <p:cNvPr id="20" name="直接连接符 19"/>
          <p:cNvCxnSpPr/>
          <p:nvPr userDrawn="1"/>
        </p:nvCxnSpPr>
        <p:spPr>
          <a:xfrm>
            <a:off x="4198035" y="5330650"/>
            <a:ext cx="0" cy="65314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7976215" y="5330650"/>
            <a:ext cx="0" cy="65314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2" name="图片 21">
            <a:hlinkClick r:id="rId2"/>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5239657" y="6345797"/>
            <a:ext cx="1712686" cy="226074"/>
          </a:xfrm>
          <a:prstGeom prst="rect">
            <a:avLst/>
          </a:prstGeom>
        </p:spPr>
      </p:pic>
      <p:pic>
        <p:nvPicPr>
          <p:cNvPr id="3" name="图片 2"/>
          <p:cNvPicPr>
            <a:picLocks noChangeAspect="1"/>
          </p:cNvPicPr>
          <p:nvPr userDrawn="1"/>
        </p:nvPicPr>
        <p:blipFill>
          <a:blip r:embed="rId4" cstate="email">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28716" y="1726788"/>
            <a:ext cx="2743200" cy="2743200"/>
          </a:xfrm>
          <a:prstGeom prst="rect">
            <a:avLst/>
          </a:prstGeom>
        </p:spPr>
      </p:pic>
      <p:pic>
        <p:nvPicPr>
          <p:cNvPr id="7" name="图片 6"/>
          <p:cNvPicPr>
            <a:picLocks noChangeAspect="1"/>
          </p:cNvPicPr>
          <p:nvPr userDrawn="1"/>
        </p:nvPicPr>
        <p:blipFill>
          <a:blip r:embed="rId5" cstate="email">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4482" y="1726788"/>
            <a:ext cx="2743200" cy="2743200"/>
          </a:xfrm>
          <a:prstGeom prst="rect">
            <a:avLst/>
          </a:prstGeom>
        </p:spPr>
      </p:pic>
      <p:pic>
        <p:nvPicPr>
          <p:cNvPr id="24" name="图片 23"/>
          <p:cNvPicPr>
            <a:picLocks noChangeAspect="1"/>
          </p:cNvPicPr>
          <p:nvPr userDrawn="1"/>
        </p:nvPicPr>
        <p:blipFill>
          <a:blip r:embed="rId6" cstate="email">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519320" y="1726788"/>
            <a:ext cx="2743200" cy="2743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5" Type="http://schemas.openxmlformats.org/officeDocument/2006/relationships/theme" Target="../theme/theme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4" name="日期占位符 3"/>
          <p:cNvSpPr>
            <a:spLocks noGrp="1"/>
          </p:cNvSpPr>
          <p:nvPr>
            <p:ph type="dt" sz="half" idx="2"/>
          </p:nvPr>
        </p:nvSpPr>
        <p:spPr>
          <a:xfrm>
            <a:off x="5401732" y="6146800"/>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t>2018/11/29</a:t>
            </a:fld>
            <a:endParaRPr lang="zh-CN" altLang="en-US"/>
          </a:p>
        </p:txBody>
      </p:sp>
      <p:sp>
        <p:nvSpPr>
          <p:cNvPr id="5" name="页脚占位符 4"/>
          <p:cNvSpPr>
            <a:spLocks noGrp="1"/>
          </p:cNvSpPr>
          <p:nvPr>
            <p:ph type="ftr" sz="quarter" idx="3"/>
          </p:nvPr>
        </p:nvSpPr>
        <p:spPr>
          <a:xfrm>
            <a:off x="669924" y="6146800"/>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a:t>www.islide.cc</a:t>
            </a:r>
            <a:endParaRPr lang="zh-CN" altLang="en-US" dirty="0"/>
          </a:p>
        </p:txBody>
      </p:sp>
      <p:sp>
        <p:nvSpPr>
          <p:cNvPr id="6" name="灯片编号占位符 5"/>
          <p:cNvSpPr>
            <a:spLocks noGrp="1"/>
          </p:cNvSpPr>
          <p:nvPr>
            <p:ph type="sldNum" sz="quarter" idx="4"/>
          </p:nvPr>
        </p:nvSpPr>
        <p:spPr>
          <a:xfrm>
            <a:off x="8610599" y="6146800"/>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l" defTabSz="913765"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占位符 8" descr="t01429b8e4c2e4d1796"/>
          <p:cNvPicPr>
            <a:picLocks noGrp="1" noChangeAspect="1"/>
          </p:cNvPicPr>
          <p:nvPr>
            <p:ph type="pic" sz="quarter" idx="10"/>
          </p:nvPr>
        </p:nvPicPr>
        <p:blipFill rotWithShape="1">
          <a:blip r:embed="rId3"/>
          <a:srcRect l="8125" t="377" r="931" b="8679"/>
          <a:stretch/>
        </p:blipFill>
        <p:spPr>
          <a:xfrm>
            <a:off x="1428205" y="1448435"/>
            <a:ext cx="3169920" cy="3792855"/>
          </a:xfrm>
          <a:prstGeom prst="ellipse">
            <a:avLst/>
          </a:prstGeom>
        </p:spPr>
      </p:pic>
      <p:sp>
        <p:nvSpPr>
          <p:cNvPr id="6" name="文本框 5"/>
          <p:cNvSpPr txBox="1"/>
          <p:nvPr/>
        </p:nvSpPr>
        <p:spPr>
          <a:xfrm>
            <a:off x="6856095" y="1885950"/>
            <a:ext cx="3353435" cy="1106805"/>
          </a:xfrm>
          <a:prstGeom prst="rect">
            <a:avLst/>
          </a:prstGeom>
          <a:noFill/>
        </p:spPr>
        <p:txBody>
          <a:bodyPr wrap="square" rtlCol="0" anchor="t">
            <a:spAutoFit/>
          </a:bodyPr>
          <a:lstStyle/>
          <a:p>
            <a:r>
              <a:rPr lang="zh-CN" altLang="en-US" sz="6600" b="1" dirty="0">
                <a:solidFill>
                  <a:srgbClr val="FFC000"/>
                </a:solidFill>
                <a:cs typeface="+mn-ea"/>
                <a:sym typeface="+mn-lt"/>
              </a:rPr>
              <a:t>윤동주</a:t>
            </a:r>
          </a:p>
        </p:txBody>
      </p:sp>
      <p:sp>
        <p:nvSpPr>
          <p:cNvPr id="2" name="文本框 1">
            <a:extLst>
              <a:ext uri="{FF2B5EF4-FFF2-40B4-BE49-F238E27FC236}">
                <a16:creationId xmlns:a16="http://schemas.microsoft.com/office/drawing/2014/main" id="{215DBF50-6449-405A-AD7C-3EF97032A7DE}"/>
              </a:ext>
            </a:extLst>
          </p:cNvPr>
          <p:cNvSpPr txBox="1"/>
          <p:nvPr/>
        </p:nvSpPr>
        <p:spPr>
          <a:xfrm>
            <a:off x="7008767" y="3750673"/>
            <a:ext cx="4371703" cy="1754326"/>
          </a:xfrm>
          <a:prstGeom prst="rect">
            <a:avLst/>
          </a:prstGeom>
          <a:noFill/>
        </p:spPr>
        <p:txBody>
          <a:bodyPr wrap="square" rtlCol="0">
            <a:spAutoFit/>
          </a:bodyPr>
          <a:lstStyle/>
          <a:p>
            <a:r>
              <a:rPr lang="en-US" altLang="ko-KR" dirty="0">
                <a:solidFill>
                  <a:schemeClr val="tx1">
                    <a:lumMod val="65000"/>
                    <a:lumOff val="35000"/>
                  </a:schemeClr>
                </a:solidFill>
                <a:cs typeface="+mn-ea"/>
                <a:sym typeface="+mn-lt"/>
              </a:rPr>
              <a:t>2017054593: </a:t>
            </a:r>
            <a:r>
              <a:rPr lang="ko-KR" altLang="en-US" dirty="0">
                <a:solidFill>
                  <a:schemeClr val="tx1">
                    <a:lumMod val="65000"/>
                    <a:lumOff val="35000"/>
                  </a:schemeClr>
                </a:solidFill>
                <a:cs typeface="+mn-ea"/>
                <a:sym typeface="+mn-lt"/>
              </a:rPr>
              <a:t>두해흠 </a:t>
            </a:r>
            <a:endParaRPr lang="en-US" altLang="ko-KR" dirty="0">
              <a:solidFill>
                <a:schemeClr val="tx1">
                  <a:lumMod val="65000"/>
                  <a:lumOff val="35000"/>
                </a:schemeClr>
              </a:solidFill>
              <a:cs typeface="+mn-ea"/>
              <a:sym typeface="+mn-lt"/>
            </a:endParaRPr>
          </a:p>
          <a:p>
            <a:r>
              <a:rPr lang="en-US" altLang="ko-KR" dirty="0">
                <a:solidFill>
                  <a:schemeClr val="tx1">
                    <a:lumMod val="65000"/>
                    <a:lumOff val="35000"/>
                  </a:schemeClr>
                </a:solidFill>
                <a:cs typeface="+mn-ea"/>
                <a:sym typeface="+mn-lt"/>
              </a:rPr>
              <a:t>2017055623: </a:t>
            </a:r>
            <a:r>
              <a:rPr lang="ko-KR" altLang="en-US" dirty="0">
                <a:solidFill>
                  <a:schemeClr val="tx1">
                    <a:lumMod val="65000"/>
                    <a:lumOff val="35000"/>
                  </a:schemeClr>
                </a:solidFill>
                <a:cs typeface="+mn-ea"/>
                <a:sym typeface="+mn-lt"/>
              </a:rPr>
              <a:t>전소분</a:t>
            </a:r>
            <a:endParaRPr lang="en-US" altLang="ko-KR" dirty="0">
              <a:solidFill>
                <a:schemeClr val="tx1">
                  <a:lumMod val="65000"/>
                  <a:lumOff val="35000"/>
                </a:schemeClr>
              </a:solidFill>
              <a:cs typeface="+mn-ea"/>
              <a:sym typeface="+mn-lt"/>
            </a:endParaRPr>
          </a:p>
          <a:p>
            <a:r>
              <a:rPr lang="en-US" altLang="ko-KR" dirty="0">
                <a:solidFill>
                  <a:schemeClr val="tx1">
                    <a:lumMod val="65000"/>
                    <a:lumOff val="35000"/>
                  </a:schemeClr>
                </a:solidFill>
                <a:cs typeface="+mn-ea"/>
                <a:sym typeface="+mn-lt"/>
              </a:rPr>
              <a:t>2017057856: </a:t>
            </a:r>
            <a:r>
              <a:rPr lang="ko-KR" altLang="en-US" dirty="0">
                <a:solidFill>
                  <a:schemeClr val="tx1">
                    <a:lumMod val="65000"/>
                    <a:lumOff val="35000"/>
                  </a:schemeClr>
                </a:solidFill>
                <a:cs typeface="+mn-ea"/>
                <a:sym typeface="+mn-lt"/>
              </a:rPr>
              <a:t>해요요</a:t>
            </a:r>
            <a:endParaRPr lang="en-US" altLang="ko-KR" dirty="0">
              <a:solidFill>
                <a:schemeClr val="tx1">
                  <a:lumMod val="65000"/>
                  <a:lumOff val="35000"/>
                </a:schemeClr>
              </a:solidFill>
              <a:cs typeface="+mn-ea"/>
              <a:sym typeface="+mn-lt"/>
            </a:endParaRPr>
          </a:p>
          <a:p>
            <a:r>
              <a:rPr lang="en-US" altLang="zh-CN" dirty="0">
                <a:solidFill>
                  <a:schemeClr val="tx1">
                    <a:lumMod val="65000"/>
                    <a:lumOff val="35000"/>
                  </a:schemeClr>
                </a:solidFill>
                <a:cs typeface="+mn-ea"/>
                <a:sym typeface="+mn-lt"/>
              </a:rPr>
              <a:t>2018000337: </a:t>
            </a:r>
            <a:r>
              <a:rPr lang="ko-KR" altLang="en-US" dirty="0">
                <a:solidFill>
                  <a:schemeClr val="tx1">
                    <a:lumMod val="65000"/>
                    <a:lumOff val="35000"/>
                  </a:schemeClr>
                </a:solidFill>
                <a:cs typeface="+mn-ea"/>
                <a:sym typeface="+mn-lt"/>
              </a:rPr>
              <a:t>장호우</a:t>
            </a:r>
            <a:endParaRPr lang="en-US" altLang="ko-KR" dirty="0">
              <a:solidFill>
                <a:schemeClr val="tx1">
                  <a:lumMod val="65000"/>
                  <a:lumOff val="35000"/>
                </a:schemeClr>
              </a:solidFill>
              <a:cs typeface="+mn-ea"/>
              <a:sym typeface="+mn-lt"/>
            </a:endParaRPr>
          </a:p>
          <a:p>
            <a:r>
              <a:rPr lang="en-US" altLang="ko-KR" dirty="0">
                <a:solidFill>
                  <a:schemeClr val="tx1">
                    <a:lumMod val="65000"/>
                    <a:lumOff val="35000"/>
                  </a:schemeClr>
                </a:solidFill>
                <a:cs typeface="+mn-ea"/>
                <a:sym typeface="+mn-lt"/>
              </a:rPr>
              <a:t>2018058404: </a:t>
            </a:r>
            <a:r>
              <a:rPr lang="ko-KR" altLang="en-US" dirty="0">
                <a:solidFill>
                  <a:schemeClr val="tx1">
                    <a:lumMod val="65000"/>
                    <a:lumOff val="35000"/>
                  </a:schemeClr>
                </a:solidFill>
                <a:cs typeface="+mn-ea"/>
                <a:sym typeface="+mn-lt"/>
              </a:rPr>
              <a:t>손문개</a:t>
            </a:r>
            <a:endParaRPr lang="en-US" altLang="zh-CN" dirty="0">
              <a:solidFill>
                <a:schemeClr val="tx1">
                  <a:lumMod val="65000"/>
                  <a:lumOff val="35000"/>
                </a:schemeClr>
              </a:solidFill>
              <a:cs typeface="+mn-ea"/>
              <a:sym typeface="+mn-lt"/>
            </a:endParaRPr>
          </a:p>
          <a:p>
            <a:r>
              <a:rPr lang="en-US" altLang="zh-CN" dirty="0">
                <a:solidFill>
                  <a:schemeClr val="tx1">
                    <a:lumMod val="65000"/>
                    <a:lumOff val="35000"/>
                  </a:schemeClr>
                </a:solidFill>
                <a:cs typeface="+mn-ea"/>
                <a:sym typeface="+mn-lt"/>
              </a:rPr>
              <a:t>9348220184: QUANHUIYAN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šḷîḋè"/>
          <p:cNvSpPr/>
          <p:nvPr/>
        </p:nvSpPr>
        <p:spPr bwMode="auto">
          <a:xfrm>
            <a:off x="0" y="642938"/>
            <a:ext cx="4111625" cy="5822951"/>
          </a:xfrm>
          <a:custGeom>
            <a:avLst/>
            <a:gdLst>
              <a:gd name="connsiteX0" fmla="*/ 1340314 w 4111625"/>
              <a:gd name="connsiteY0" fmla="*/ 249119 h 5822951"/>
              <a:gd name="connsiteX1" fmla="*/ 1360734 w 4111625"/>
              <a:gd name="connsiteY1" fmla="*/ 250397 h 5822951"/>
              <a:gd name="connsiteX2" fmla="*/ 1350927 w 4111625"/>
              <a:gd name="connsiteY2" fmla="*/ 249783 h 5822951"/>
              <a:gd name="connsiteX3" fmla="*/ 1302697 w 4111625"/>
              <a:gd name="connsiteY3" fmla="*/ 246765 h 5822951"/>
              <a:gd name="connsiteX4" fmla="*/ 1327635 w 4111625"/>
              <a:gd name="connsiteY4" fmla="*/ 248326 h 5822951"/>
              <a:gd name="connsiteX5" fmla="*/ 1340314 w 4111625"/>
              <a:gd name="connsiteY5" fmla="*/ 249119 h 5822951"/>
              <a:gd name="connsiteX6" fmla="*/ 1315376 w 4111625"/>
              <a:gd name="connsiteY6" fmla="*/ 247559 h 5822951"/>
              <a:gd name="connsiteX7" fmla="*/ 1282278 w 4111625"/>
              <a:gd name="connsiteY7" fmla="*/ 245487 h 5822951"/>
              <a:gd name="connsiteX8" fmla="*/ 1292085 w 4111625"/>
              <a:gd name="connsiteY8" fmla="*/ 246101 h 5822951"/>
              <a:gd name="connsiteX9" fmla="*/ 1302697 w 4111625"/>
              <a:gd name="connsiteY9" fmla="*/ 246765 h 5822951"/>
              <a:gd name="connsiteX10" fmla="*/ 3616367 w 4111625"/>
              <a:gd name="connsiteY10" fmla="*/ 0 h 5822951"/>
              <a:gd name="connsiteX11" fmla="*/ 3616367 w 4111625"/>
              <a:gd name="connsiteY11" fmla="*/ 19639 h 5822951"/>
              <a:gd name="connsiteX12" fmla="*/ 3645788 w 4111625"/>
              <a:gd name="connsiteY12" fmla="*/ 4939198 h 5822951"/>
              <a:gd name="connsiteX13" fmla="*/ 3645788 w 4111625"/>
              <a:gd name="connsiteY13" fmla="*/ 4968657 h 5822951"/>
              <a:gd name="connsiteX14" fmla="*/ 3621270 w 4111625"/>
              <a:gd name="connsiteY14" fmla="*/ 4978476 h 5822951"/>
              <a:gd name="connsiteX15" fmla="*/ 3400611 w 4111625"/>
              <a:gd name="connsiteY15" fmla="*/ 5066851 h 5822951"/>
              <a:gd name="connsiteX16" fmla="*/ 3179951 w 4111625"/>
              <a:gd name="connsiteY16" fmla="*/ 5140497 h 5822951"/>
              <a:gd name="connsiteX17" fmla="*/ 3067169 w 4111625"/>
              <a:gd name="connsiteY17" fmla="*/ 5169956 h 5822951"/>
              <a:gd name="connsiteX18" fmla="*/ 2954388 w 4111625"/>
              <a:gd name="connsiteY18" fmla="*/ 5199414 h 5822951"/>
              <a:gd name="connsiteX19" fmla="*/ 2841606 w 4111625"/>
              <a:gd name="connsiteY19" fmla="*/ 5223963 h 5822951"/>
              <a:gd name="connsiteX20" fmla="*/ 2782764 w 4111625"/>
              <a:gd name="connsiteY20" fmla="*/ 5233783 h 5822951"/>
              <a:gd name="connsiteX21" fmla="*/ 2723921 w 4111625"/>
              <a:gd name="connsiteY21" fmla="*/ 5238692 h 5822951"/>
              <a:gd name="connsiteX22" fmla="*/ 2488551 w 4111625"/>
              <a:gd name="connsiteY22" fmla="*/ 5258331 h 5822951"/>
              <a:gd name="connsiteX23" fmla="*/ 2473840 w 4111625"/>
              <a:gd name="connsiteY23" fmla="*/ 5258331 h 5822951"/>
              <a:gd name="connsiteX24" fmla="*/ 2459129 w 4111625"/>
              <a:gd name="connsiteY24" fmla="*/ 5258331 h 5822951"/>
              <a:gd name="connsiteX25" fmla="*/ 2429708 w 4111625"/>
              <a:gd name="connsiteY25" fmla="*/ 5258331 h 5822951"/>
              <a:gd name="connsiteX26" fmla="*/ 2370865 w 4111625"/>
              <a:gd name="connsiteY26" fmla="*/ 5253421 h 5822951"/>
              <a:gd name="connsiteX27" fmla="*/ 2258084 w 4111625"/>
              <a:gd name="connsiteY27" fmla="*/ 5248512 h 5822951"/>
              <a:gd name="connsiteX28" fmla="*/ 2022714 w 4111625"/>
              <a:gd name="connsiteY28" fmla="*/ 5228873 h 5822951"/>
              <a:gd name="connsiteX29" fmla="*/ 1797150 w 4111625"/>
              <a:gd name="connsiteY29" fmla="*/ 5209234 h 5822951"/>
              <a:gd name="connsiteX30" fmla="*/ 1679465 w 4111625"/>
              <a:gd name="connsiteY30" fmla="*/ 5194505 h 5822951"/>
              <a:gd name="connsiteX31" fmla="*/ 1566684 w 4111625"/>
              <a:gd name="connsiteY31" fmla="*/ 5189595 h 5822951"/>
              <a:gd name="connsiteX32" fmla="*/ 1453902 w 4111625"/>
              <a:gd name="connsiteY32" fmla="*/ 5179775 h 5822951"/>
              <a:gd name="connsiteX33" fmla="*/ 1399963 w 4111625"/>
              <a:gd name="connsiteY33" fmla="*/ 5179775 h 5822951"/>
              <a:gd name="connsiteX34" fmla="*/ 1341120 w 4111625"/>
              <a:gd name="connsiteY34" fmla="*/ 5179775 h 5822951"/>
              <a:gd name="connsiteX35" fmla="*/ 1115557 w 4111625"/>
              <a:gd name="connsiteY35" fmla="*/ 5189595 h 5822951"/>
              <a:gd name="connsiteX36" fmla="*/ 1061618 w 4111625"/>
              <a:gd name="connsiteY36" fmla="*/ 5194505 h 5822951"/>
              <a:gd name="connsiteX37" fmla="*/ 1007679 w 4111625"/>
              <a:gd name="connsiteY37" fmla="*/ 5204324 h 5822951"/>
              <a:gd name="connsiteX38" fmla="*/ 953740 w 4111625"/>
              <a:gd name="connsiteY38" fmla="*/ 5214144 h 5822951"/>
              <a:gd name="connsiteX39" fmla="*/ 939029 w 4111625"/>
              <a:gd name="connsiteY39" fmla="*/ 5219053 h 5822951"/>
              <a:gd name="connsiteX40" fmla="*/ 934126 w 4111625"/>
              <a:gd name="connsiteY40" fmla="*/ 5219053 h 5822951"/>
              <a:gd name="connsiteX41" fmla="*/ 929222 w 4111625"/>
              <a:gd name="connsiteY41" fmla="*/ 5219053 h 5822951"/>
              <a:gd name="connsiteX42" fmla="*/ 899800 w 4111625"/>
              <a:gd name="connsiteY42" fmla="*/ 5228873 h 5822951"/>
              <a:gd name="connsiteX43" fmla="*/ 845862 w 4111625"/>
              <a:gd name="connsiteY43" fmla="*/ 5243602 h 5822951"/>
              <a:gd name="connsiteX44" fmla="*/ 791922 w 4111625"/>
              <a:gd name="connsiteY44" fmla="*/ 5258331 h 5822951"/>
              <a:gd name="connsiteX45" fmla="*/ 684044 w 4111625"/>
              <a:gd name="connsiteY45" fmla="*/ 5292699 h 5822951"/>
              <a:gd name="connsiteX46" fmla="*/ 512421 w 4111625"/>
              <a:gd name="connsiteY46" fmla="*/ 5361436 h 5822951"/>
              <a:gd name="connsiteX47" fmla="*/ 639912 w 4111625"/>
              <a:gd name="connsiteY47" fmla="*/ 5336887 h 5822951"/>
              <a:gd name="connsiteX48" fmla="*/ 708563 w 4111625"/>
              <a:gd name="connsiteY48" fmla="*/ 5327068 h 5822951"/>
              <a:gd name="connsiteX49" fmla="*/ 777212 w 4111625"/>
              <a:gd name="connsiteY49" fmla="*/ 5322158 h 5822951"/>
              <a:gd name="connsiteX50" fmla="*/ 806633 w 4111625"/>
              <a:gd name="connsiteY50" fmla="*/ 5322158 h 5822951"/>
              <a:gd name="connsiteX51" fmla="*/ 840958 w 4111625"/>
              <a:gd name="connsiteY51" fmla="*/ 5317248 h 5822951"/>
              <a:gd name="connsiteX52" fmla="*/ 909608 w 4111625"/>
              <a:gd name="connsiteY52" fmla="*/ 5317248 h 5822951"/>
              <a:gd name="connsiteX53" fmla="*/ 978258 w 4111625"/>
              <a:gd name="connsiteY53" fmla="*/ 5317248 h 5822951"/>
              <a:gd name="connsiteX54" fmla="*/ 1046907 w 4111625"/>
              <a:gd name="connsiteY54" fmla="*/ 5317248 h 5822951"/>
              <a:gd name="connsiteX55" fmla="*/ 1081232 w 4111625"/>
              <a:gd name="connsiteY55" fmla="*/ 5317248 h 5822951"/>
              <a:gd name="connsiteX56" fmla="*/ 1110653 w 4111625"/>
              <a:gd name="connsiteY56" fmla="*/ 5322158 h 5822951"/>
              <a:gd name="connsiteX57" fmla="*/ 1174400 w 4111625"/>
              <a:gd name="connsiteY57" fmla="*/ 5327068 h 5822951"/>
              <a:gd name="connsiteX58" fmla="*/ 1194014 w 4111625"/>
              <a:gd name="connsiteY58" fmla="*/ 5327068 h 5822951"/>
              <a:gd name="connsiteX59" fmla="*/ 1208724 w 4111625"/>
              <a:gd name="connsiteY59" fmla="*/ 5331977 h 5822951"/>
              <a:gd name="connsiteX60" fmla="*/ 1243049 w 4111625"/>
              <a:gd name="connsiteY60" fmla="*/ 5336887 h 5822951"/>
              <a:gd name="connsiteX61" fmla="*/ 1306795 w 4111625"/>
              <a:gd name="connsiteY61" fmla="*/ 5341797 h 5822951"/>
              <a:gd name="connsiteX62" fmla="*/ 1561780 w 4111625"/>
              <a:gd name="connsiteY62" fmla="*/ 5385984 h 5822951"/>
              <a:gd name="connsiteX63" fmla="*/ 1684369 w 4111625"/>
              <a:gd name="connsiteY63" fmla="*/ 5415443 h 5822951"/>
              <a:gd name="connsiteX64" fmla="*/ 1806957 w 4111625"/>
              <a:gd name="connsiteY64" fmla="*/ 5439992 h 5822951"/>
              <a:gd name="connsiteX65" fmla="*/ 2052135 w 4111625"/>
              <a:gd name="connsiteY65" fmla="*/ 5489089 h 5822951"/>
              <a:gd name="connsiteX66" fmla="*/ 2292409 w 4111625"/>
              <a:gd name="connsiteY66" fmla="*/ 5533277 h 5822951"/>
              <a:gd name="connsiteX67" fmla="*/ 2537586 w 4111625"/>
              <a:gd name="connsiteY67" fmla="*/ 5572555 h 5822951"/>
              <a:gd name="connsiteX68" fmla="*/ 2660175 w 4111625"/>
              <a:gd name="connsiteY68" fmla="*/ 5582374 h 5822951"/>
              <a:gd name="connsiteX69" fmla="*/ 2719017 w 4111625"/>
              <a:gd name="connsiteY69" fmla="*/ 5592193 h 5822951"/>
              <a:gd name="connsiteX70" fmla="*/ 2782764 w 4111625"/>
              <a:gd name="connsiteY70" fmla="*/ 5597103 h 5822951"/>
              <a:gd name="connsiteX71" fmla="*/ 2905352 w 4111625"/>
              <a:gd name="connsiteY71" fmla="*/ 5602013 h 5822951"/>
              <a:gd name="connsiteX72" fmla="*/ 3023037 w 4111625"/>
              <a:gd name="connsiteY72" fmla="*/ 5606923 h 5822951"/>
              <a:gd name="connsiteX73" fmla="*/ 3268215 w 4111625"/>
              <a:gd name="connsiteY73" fmla="*/ 5606923 h 5822951"/>
              <a:gd name="connsiteX74" fmla="*/ 3390804 w 4111625"/>
              <a:gd name="connsiteY74" fmla="*/ 5597103 h 5822951"/>
              <a:gd name="connsiteX75" fmla="*/ 3513392 w 4111625"/>
              <a:gd name="connsiteY75" fmla="*/ 5592193 h 5822951"/>
              <a:gd name="connsiteX76" fmla="*/ 3758570 w 4111625"/>
              <a:gd name="connsiteY76" fmla="*/ 5562735 h 5822951"/>
              <a:gd name="connsiteX77" fmla="*/ 3935098 w 4111625"/>
              <a:gd name="connsiteY77" fmla="*/ 5533277 h 5822951"/>
              <a:gd name="connsiteX78" fmla="*/ 4018458 w 4111625"/>
              <a:gd name="connsiteY78" fmla="*/ 780649 h 5822951"/>
              <a:gd name="connsiteX79" fmla="*/ 4106722 w 4111625"/>
              <a:gd name="connsiteY79" fmla="*/ 5606923 h 5822951"/>
              <a:gd name="connsiteX80" fmla="*/ 4111625 w 4111625"/>
              <a:gd name="connsiteY80" fmla="*/ 5680569 h 5822951"/>
              <a:gd name="connsiteX81" fmla="*/ 4038072 w 4111625"/>
              <a:gd name="connsiteY81" fmla="*/ 5695298 h 5822951"/>
              <a:gd name="connsiteX82" fmla="*/ 3787991 w 4111625"/>
              <a:gd name="connsiteY82" fmla="*/ 5744395 h 5822951"/>
              <a:gd name="connsiteX83" fmla="*/ 3537910 w 4111625"/>
              <a:gd name="connsiteY83" fmla="*/ 5783673 h 5822951"/>
              <a:gd name="connsiteX84" fmla="*/ 3410418 w 4111625"/>
              <a:gd name="connsiteY84" fmla="*/ 5798403 h 5822951"/>
              <a:gd name="connsiteX85" fmla="*/ 3282926 w 4111625"/>
              <a:gd name="connsiteY85" fmla="*/ 5808222 h 5822951"/>
              <a:gd name="connsiteX86" fmla="*/ 3023037 w 4111625"/>
              <a:gd name="connsiteY86" fmla="*/ 5818042 h 5822951"/>
              <a:gd name="connsiteX87" fmla="*/ 2895545 w 4111625"/>
              <a:gd name="connsiteY87" fmla="*/ 5818042 h 5822951"/>
              <a:gd name="connsiteX88" fmla="*/ 2768053 w 4111625"/>
              <a:gd name="connsiteY88" fmla="*/ 5818042 h 5822951"/>
              <a:gd name="connsiteX89" fmla="*/ 2704307 w 4111625"/>
              <a:gd name="connsiteY89" fmla="*/ 5813132 h 5822951"/>
              <a:gd name="connsiteX90" fmla="*/ 2640561 w 4111625"/>
              <a:gd name="connsiteY90" fmla="*/ 5808222 h 5822951"/>
              <a:gd name="connsiteX91" fmla="*/ 2513068 w 4111625"/>
              <a:gd name="connsiteY91" fmla="*/ 5798403 h 5822951"/>
              <a:gd name="connsiteX92" fmla="*/ 2258084 w 4111625"/>
              <a:gd name="connsiteY92" fmla="*/ 5773854 h 5822951"/>
              <a:gd name="connsiteX93" fmla="*/ 2008002 w 4111625"/>
              <a:gd name="connsiteY93" fmla="*/ 5734576 h 5822951"/>
              <a:gd name="connsiteX94" fmla="*/ 1757922 w 4111625"/>
              <a:gd name="connsiteY94" fmla="*/ 5690388 h 5822951"/>
              <a:gd name="connsiteX95" fmla="*/ 1635333 w 4111625"/>
              <a:gd name="connsiteY95" fmla="*/ 5670749 h 5822951"/>
              <a:gd name="connsiteX96" fmla="*/ 1512744 w 4111625"/>
              <a:gd name="connsiteY96" fmla="*/ 5651110 h 5822951"/>
              <a:gd name="connsiteX97" fmla="*/ 1272471 w 4111625"/>
              <a:gd name="connsiteY97" fmla="*/ 5616742 h 5822951"/>
              <a:gd name="connsiteX98" fmla="*/ 1213628 w 4111625"/>
              <a:gd name="connsiteY98" fmla="*/ 5611832 h 5822951"/>
              <a:gd name="connsiteX99" fmla="*/ 1184207 w 4111625"/>
              <a:gd name="connsiteY99" fmla="*/ 5606923 h 5822951"/>
              <a:gd name="connsiteX100" fmla="*/ 1169496 w 4111625"/>
              <a:gd name="connsiteY100" fmla="*/ 5606923 h 5822951"/>
              <a:gd name="connsiteX101" fmla="*/ 1164593 w 4111625"/>
              <a:gd name="connsiteY101" fmla="*/ 5606923 h 5822951"/>
              <a:gd name="connsiteX102" fmla="*/ 1154785 w 4111625"/>
              <a:gd name="connsiteY102" fmla="*/ 5606923 h 5822951"/>
              <a:gd name="connsiteX103" fmla="*/ 1095943 w 4111625"/>
              <a:gd name="connsiteY103" fmla="*/ 5602013 h 5822951"/>
              <a:gd name="connsiteX104" fmla="*/ 1061618 w 4111625"/>
              <a:gd name="connsiteY104" fmla="*/ 5602013 h 5822951"/>
              <a:gd name="connsiteX105" fmla="*/ 1032197 w 4111625"/>
              <a:gd name="connsiteY105" fmla="*/ 5602013 h 5822951"/>
              <a:gd name="connsiteX106" fmla="*/ 978258 w 4111625"/>
              <a:gd name="connsiteY106" fmla="*/ 5602013 h 5822951"/>
              <a:gd name="connsiteX107" fmla="*/ 919415 w 4111625"/>
              <a:gd name="connsiteY107" fmla="*/ 5606923 h 5822951"/>
              <a:gd name="connsiteX108" fmla="*/ 860573 w 4111625"/>
              <a:gd name="connsiteY108" fmla="*/ 5611832 h 5822951"/>
              <a:gd name="connsiteX109" fmla="*/ 831151 w 4111625"/>
              <a:gd name="connsiteY109" fmla="*/ 5611832 h 5822951"/>
              <a:gd name="connsiteX110" fmla="*/ 801730 w 4111625"/>
              <a:gd name="connsiteY110" fmla="*/ 5616742 h 5822951"/>
              <a:gd name="connsiteX111" fmla="*/ 747790 w 4111625"/>
              <a:gd name="connsiteY111" fmla="*/ 5621652 h 5822951"/>
              <a:gd name="connsiteX112" fmla="*/ 688948 w 4111625"/>
              <a:gd name="connsiteY112" fmla="*/ 5631471 h 5822951"/>
              <a:gd name="connsiteX113" fmla="*/ 576167 w 4111625"/>
              <a:gd name="connsiteY113" fmla="*/ 5656020 h 5822951"/>
              <a:gd name="connsiteX114" fmla="*/ 355507 w 4111625"/>
              <a:gd name="connsiteY114" fmla="*/ 5724756 h 5822951"/>
              <a:gd name="connsiteX115" fmla="*/ 306471 w 4111625"/>
              <a:gd name="connsiteY115" fmla="*/ 5749305 h 5822951"/>
              <a:gd name="connsiteX116" fmla="*/ 257436 w 4111625"/>
              <a:gd name="connsiteY116" fmla="*/ 5773854 h 5822951"/>
              <a:gd name="connsiteX117" fmla="*/ 208401 w 4111625"/>
              <a:gd name="connsiteY117" fmla="*/ 5798403 h 5822951"/>
              <a:gd name="connsiteX118" fmla="*/ 183882 w 4111625"/>
              <a:gd name="connsiteY118" fmla="*/ 5813132 h 5822951"/>
              <a:gd name="connsiteX119" fmla="*/ 174076 w 4111625"/>
              <a:gd name="connsiteY119" fmla="*/ 5818042 h 5822951"/>
              <a:gd name="connsiteX120" fmla="*/ 169172 w 4111625"/>
              <a:gd name="connsiteY120" fmla="*/ 5822951 h 5822951"/>
              <a:gd name="connsiteX121" fmla="*/ 26433 w 4111625"/>
              <a:gd name="connsiteY121" fmla="*/ 5822951 h 5822951"/>
              <a:gd name="connsiteX122" fmla="*/ 0 w 4111625"/>
              <a:gd name="connsiteY122" fmla="*/ 5822951 h 5822951"/>
              <a:gd name="connsiteX123" fmla="*/ 0 w 4111625"/>
              <a:gd name="connsiteY123" fmla="*/ 710368 h 5822951"/>
              <a:gd name="connsiteX124" fmla="*/ 2451 w 4111625"/>
              <a:gd name="connsiteY124" fmla="*/ 520433 h 5822951"/>
              <a:gd name="connsiteX125" fmla="*/ 61294 w 4111625"/>
              <a:gd name="connsiteY125" fmla="*/ 5459631 h 5822951"/>
              <a:gd name="connsiteX126" fmla="*/ 110329 w 4111625"/>
              <a:gd name="connsiteY126" fmla="*/ 5425262 h 5822951"/>
              <a:gd name="connsiteX127" fmla="*/ 164269 w 4111625"/>
              <a:gd name="connsiteY127" fmla="*/ 5395804 h 5822951"/>
              <a:gd name="connsiteX128" fmla="*/ 213304 w 4111625"/>
              <a:gd name="connsiteY128" fmla="*/ 5366345 h 5822951"/>
              <a:gd name="connsiteX129" fmla="*/ 424157 w 4111625"/>
              <a:gd name="connsiteY129" fmla="*/ 5263241 h 5822951"/>
              <a:gd name="connsiteX130" fmla="*/ 644816 w 4111625"/>
              <a:gd name="connsiteY130" fmla="*/ 5179775 h 5822951"/>
              <a:gd name="connsiteX131" fmla="*/ 757598 w 4111625"/>
              <a:gd name="connsiteY131" fmla="*/ 5145407 h 5822951"/>
              <a:gd name="connsiteX132" fmla="*/ 816441 w 4111625"/>
              <a:gd name="connsiteY132" fmla="*/ 5125768 h 5822951"/>
              <a:gd name="connsiteX133" fmla="*/ 870379 w 4111625"/>
              <a:gd name="connsiteY133" fmla="*/ 5115949 h 5822951"/>
              <a:gd name="connsiteX134" fmla="*/ 899800 w 4111625"/>
              <a:gd name="connsiteY134" fmla="*/ 5106129 h 5822951"/>
              <a:gd name="connsiteX135" fmla="*/ 904704 w 4111625"/>
              <a:gd name="connsiteY135" fmla="*/ 5106129 h 5822951"/>
              <a:gd name="connsiteX136" fmla="*/ 909608 w 4111625"/>
              <a:gd name="connsiteY136" fmla="*/ 5106129 h 5822951"/>
              <a:gd name="connsiteX137" fmla="*/ 914511 w 4111625"/>
              <a:gd name="connsiteY137" fmla="*/ 5101220 h 5822951"/>
              <a:gd name="connsiteX138" fmla="*/ 929222 w 4111625"/>
              <a:gd name="connsiteY138" fmla="*/ 5101220 h 5822951"/>
              <a:gd name="connsiteX139" fmla="*/ 988065 w 4111625"/>
              <a:gd name="connsiteY139" fmla="*/ 5091400 h 5822951"/>
              <a:gd name="connsiteX140" fmla="*/ 1046907 w 4111625"/>
              <a:gd name="connsiteY140" fmla="*/ 5081581 h 5822951"/>
              <a:gd name="connsiteX141" fmla="*/ 1105750 w 4111625"/>
              <a:gd name="connsiteY141" fmla="*/ 5076671 h 5822951"/>
              <a:gd name="connsiteX142" fmla="*/ 1341120 w 4111625"/>
              <a:gd name="connsiteY142" fmla="*/ 5066851 h 5822951"/>
              <a:gd name="connsiteX143" fmla="*/ 1399963 w 4111625"/>
              <a:gd name="connsiteY143" fmla="*/ 5066851 h 5822951"/>
              <a:gd name="connsiteX144" fmla="*/ 1458805 w 4111625"/>
              <a:gd name="connsiteY144" fmla="*/ 5071761 h 5822951"/>
              <a:gd name="connsiteX145" fmla="*/ 1576491 w 4111625"/>
              <a:gd name="connsiteY145" fmla="*/ 5076671 h 5822951"/>
              <a:gd name="connsiteX146" fmla="*/ 1694176 w 4111625"/>
              <a:gd name="connsiteY146" fmla="*/ 5086490 h 5822951"/>
              <a:gd name="connsiteX147" fmla="*/ 1806957 w 4111625"/>
              <a:gd name="connsiteY147" fmla="*/ 5101220 h 5822951"/>
              <a:gd name="connsiteX148" fmla="*/ 2037424 w 4111625"/>
              <a:gd name="connsiteY148" fmla="*/ 5125768 h 5822951"/>
              <a:gd name="connsiteX149" fmla="*/ 2262987 w 4111625"/>
              <a:gd name="connsiteY149" fmla="*/ 5145407 h 5822951"/>
              <a:gd name="connsiteX150" fmla="*/ 2375769 w 4111625"/>
              <a:gd name="connsiteY150" fmla="*/ 5155227 h 5822951"/>
              <a:gd name="connsiteX151" fmla="*/ 2434612 w 4111625"/>
              <a:gd name="connsiteY151" fmla="*/ 5155227 h 5822951"/>
              <a:gd name="connsiteX152" fmla="*/ 2464033 w 4111625"/>
              <a:gd name="connsiteY152" fmla="*/ 5160136 h 5822951"/>
              <a:gd name="connsiteX153" fmla="*/ 2478744 w 4111625"/>
              <a:gd name="connsiteY153" fmla="*/ 5160136 h 5822951"/>
              <a:gd name="connsiteX154" fmla="*/ 2488551 w 4111625"/>
              <a:gd name="connsiteY154" fmla="*/ 5160136 h 5822951"/>
              <a:gd name="connsiteX155" fmla="*/ 2714114 w 4111625"/>
              <a:gd name="connsiteY155" fmla="*/ 5145407 h 5822951"/>
              <a:gd name="connsiteX156" fmla="*/ 2768053 w 4111625"/>
              <a:gd name="connsiteY156" fmla="*/ 5135588 h 5822951"/>
              <a:gd name="connsiteX157" fmla="*/ 2826896 w 4111625"/>
              <a:gd name="connsiteY157" fmla="*/ 5130678 h 5822951"/>
              <a:gd name="connsiteX158" fmla="*/ 2934774 w 4111625"/>
              <a:gd name="connsiteY158" fmla="*/ 5106129 h 5822951"/>
              <a:gd name="connsiteX159" fmla="*/ 3047555 w 4111625"/>
              <a:gd name="connsiteY159" fmla="*/ 5081581 h 5822951"/>
              <a:gd name="connsiteX160" fmla="*/ 3155433 w 4111625"/>
              <a:gd name="connsiteY160" fmla="*/ 5052122 h 5822951"/>
              <a:gd name="connsiteX161" fmla="*/ 3371189 w 4111625"/>
              <a:gd name="connsiteY161" fmla="*/ 4983386 h 5822951"/>
              <a:gd name="connsiteX162" fmla="*/ 3557524 w 4111625"/>
              <a:gd name="connsiteY162" fmla="*/ 4909740 h 5822951"/>
              <a:gd name="connsiteX163" fmla="*/ 3586946 w 4111625"/>
              <a:gd name="connsiteY163" fmla="*/ 39278 h 5822951"/>
              <a:gd name="connsiteX164" fmla="*/ 3454550 w 4111625"/>
              <a:gd name="connsiteY164" fmla="*/ 78556 h 5822951"/>
              <a:gd name="connsiteX165" fmla="*/ 3380997 w 4111625"/>
              <a:gd name="connsiteY165" fmla="*/ 98195 h 5822951"/>
              <a:gd name="connsiteX166" fmla="*/ 3302540 w 4111625"/>
              <a:gd name="connsiteY166" fmla="*/ 117834 h 5822951"/>
              <a:gd name="connsiteX167" fmla="*/ 3228987 w 4111625"/>
              <a:gd name="connsiteY167" fmla="*/ 132563 h 5822951"/>
              <a:gd name="connsiteX168" fmla="*/ 3189758 w 4111625"/>
              <a:gd name="connsiteY168" fmla="*/ 142383 h 5822951"/>
              <a:gd name="connsiteX169" fmla="*/ 3150530 w 4111625"/>
              <a:gd name="connsiteY169" fmla="*/ 147292 h 5822951"/>
              <a:gd name="connsiteX170" fmla="*/ 2998520 w 4111625"/>
              <a:gd name="connsiteY170" fmla="*/ 176751 h 5822951"/>
              <a:gd name="connsiteX171" fmla="*/ 2920063 w 4111625"/>
              <a:gd name="connsiteY171" fmla="*/ 191480 h 5822951"/>
              <a:gd name="connsiteX172" fmla="*/ 2841606 w 4111625"/>
              <a:gd name="connsiteY172" fmla="*/ 201300 h 5822951"/>
              <a:gd name="connsiteX173" fmla="*/ 2768053 w 4111625"/>
              <a:gd name="connsiteY173" fmla="*/ 211119 h 5822951"/>
              <a:gd name="connsiteX174" fmla="*/ 2689596 w 4111625"/>
              <a:gd name="connsiteY174" fmla="*/ 220939 h 5822951"/>
              <a:gd name="connsiteX175" fmla="*/ 2532683 w 4111625"/>
              <a:gd name="connsiteY175" fmla="*/ 235668 h 5822951"/>
              <a:gd name="connsiteX176" fmla="*/ 2375769 w 4111625"/>
              <a:gd name="connsiteY176" fmla="*/ 250397 h 5822951"/>
              <a:gd name="connsiteX177" fmla="*/ 2297312 w 4111625"/>
              <a:gd name="connsiteY177" fmla="*/ 255307 h 5822951"/>
              <a:gd name="connsiteX178" fmla="*/ 2218855 w 4111625"/>
              <a:gd name="connsiteY178" fmla="*/ 260216 h 5822951"/>
              <a:gd name="connsiteX179" fmla="*/ 2140399 w 4111625"/>
              <a:gd name="connsiteY179" fmla="*/ 260216 h 5822951"/>
              <a:gd name="connsiteX180" fmla="*/ 2066845 w 4111625"/>
              <a:gd name="connsiteY180" fmla="*/ 265126 h 5822951"/>
              <a:gd name="connsiteX181" fmla="*/ 1909932 w 4111625"/>
              <a:gd name="connsiteY181" fmla="*/ 265126 h 5822951"/>
              <a:gd name="connsiteX182" fmla="*/ 1753018 w 4111625"/>
              <a:gd name="connsiteY182" fmla="*/ 265126 h 5822951"/>
              <a:gd name="connsiteX183" fmla="*/ 1596105 w 4111625"/>
              <a:gd name="connsiteY183" fmla="*/ 260216 h 5822951"/>
              <a:gd name="connsiteX184" fmla="*/ 1439191 w 4111625"/>
              <a:gd name="connsiteY184" fmla="*/ 255307 h 5822951"/>
              <a:gd name="connsiteX185" fmla="*/ 1360734 w 4111625"/>
              <a:gd name="connsiteY185" fmla="*/ 250397 h 5822951"/>
              <a:gd name="connsiteX186" fmla="*/ 1439191 w 4111625"/>
              <a:gd name="connsiteY186" fmla="*/ 250397 h 5822951"/>
              <a:gd name="connsiteX187" fmla="*/ 1596105 w 4111625"/>
              <a:gd name="connsiteY187" fmla="*/ 255307 h 5822951"/>
              <a:gd name="connsiteX188" fmla="*/ 1753018 w 4111625"/>
              <a:gd name="connsiteY188" fmla="*/ 260216 h 5822951"/>
              <a:gd name="connsiteX189" fmla="*/ 1909932 w 4111625"/>
              <a:gd name="connsiteY189" fmla="*/ 255307 h 5822951"/>
              <a:gd name="connsiteX190" fmla="*/ 2061942 w 4111625"/>
              <a:gd name="connsiteY190" fmla="*/ 250397 h 5822951"/>
              <a:gd name="connsiteX191" fmla="*/ 2140399 w 4111625"/>
              <a:gd name="connsiteY191" fmla="*/ 250397 h 5822951"/>
              <a:gd name="connsiteX192" fmla="*/ 2218855 w 4111625"/>
              <a:gd name="connsiteY192" fmla="*/ 245487 h 5822951"/>
              <a:gd name="connsiteX193" fmla="*/ 2297312 w 4111625"/>
              <a:gd name="connsiteY193" fmla="*/ 240577 h 5822951"/>
              <a:gd name="connsiteX194" fmla="*/ 2375769 w 4111625"/>
              <a:gd name="connsiteY194" fmla="*/ 235668 h 5822951"/>
              <a:gd name="connsiteX195" fmla="*/ 2532683 w 4111625"/>
              <a:gd name="connsiteY195" fmla="*/ 220939 h 5822951"/>
              <a:gd name="connsiteX196" fmla="*/ 2684693 w 4111625"/>
              <a:gd name="connsiteY196" fmla="*/ 201300 h 5822951"/>
              <a:gd name="connsiteX197" fmla="*/ 2763149 w 4111625"/>
              <a:gd name="connsiteY197" fmla="*/ 191480 h 5822951"/>
              <a:gd name="connsiteX198" fmla="*/ 2841606 w 4111625"/>
              <a:gd name="connsiteY198" fmla="*/ 181661 h 5822951"/>
              <a:gd name="connsiteX199" fmla="*/ 2915159 w 4111625"/>
              <a:gd name="connsiteY199" fmla="*/ 171841 h 5822951"/>
              <a:gd name="connsiteX200" fmla="*/ 2993616 w 4111625"/>
              <a:gd name="connsiteY200" fmla="*/ 157112 h 5822951"/>
              <a:gd name="connsiteX201" fmla="*/ 3145626 w 4111625"/>
              <a:gd name="connsiteY201" fmla="*/ 127654 h 5822951"/>
              <a:gd name="connsiteX202" fmla="*/ 3184855 w 4111625"/>
              <a:gd name="connsiteY202" fmla="*/ 117834 h 5822951"/>
              <a:gd name="connsiteX203" fmla="*/ 3224083 w 4111625"/>
              <a:gd name="connsiteY203" fmla="*/ 108014 h 5822951"/>
              <a:gd name="connsiteX204" fmla="*/ 3297636 w 4111625"/>
              <a:gd name="connsiteY204" fmla="*/ 93285 h 5822951"/>
              <a:gd name="connsiteX205" fmla="*/ 3376093 w 4111625"/>
              <a:gd name="connsiteY205" fmla="*/ 73646 h 5822951"/>
              <a:gd name="connsiteX206" fmla="*/ 3449646 w 4111625"/>
              <a:gd name="connsiteY206" fmla="*/ 49098 h 5822951"/>
              <a:gd name="connsiteX207" fmla="*/ 3596753 w 4111625"/>
              <a:gd name="connsiteY207" fmla="*/ 4910 h 5822951"/>
              <a:gd name="connsiteX208" fmla="*/ 3616367 w 4111625"/>
              <a:gd name="connsiteY208" fmla="*/ 0 h 582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4111625" h="5822951">
                <a:moveTo>
                  <a:pt x="1340314" y="249119"/>
                </a:moveTo>
                <a:lnTo>
                  <a:pt x="1360734" y="250397"/>
                </a:lnTo>
                <a:cubicBezTo>
                  <a:pt x="1360734" y="250397"/>
                  <a:pt x="1360734" y="250397"/>
                  <a:pt x="1350927" y="249783"/>
                </a:cubicBezTo>
                <a:close/>
                <a:moveTo>
                  <a:pt x="1302697" y="246765"/>
                </a:moveTo>
                <a:lnTo>
                  <a:pt x="1327635" y="248326"/>
                </a:lnTo>
                <a:lnTo>
                  <a:pt x="1340314" y="249119"/>
                </a:lnTo>
                <a:lnTo>
                  <a:pt x="1315376" y="247559"/>
                </a:lnTo>
                <a:close/>
                <a:moveTo>
                  <a:pt x="1282278" y="245487"/>
                </a:moveTo>
                <a:cubicBezTo>
                  <a:pt x="1282278" y="245487"/>
                  <a:pt x="1282278" y="245487"/>
                  <a:pt x="1292085" y="246101"/>
                </a:cubicBezTo>
                <a:lnTo>
                  <a:pt x="1302697" y="246765"/>
                </a:lnTo>
                <a:close/>
                <a:moveTo>
                  <a:pt x="3616367" y="0"/>
                </a:moveTo>
                <a:cubicBezTo>
                  <a:pt x="3616367" y="0"/>
                  <a:pt x="3616367" y="0"/>
                  <a:pt x="3616367" y="19639"/>
                </a:cubicBezTo>
                <a:cubicBezTo>
                  <a:pt x="3616367" y="19639"/>
                  <a:pt x="3616367" y="19639"/>
                  <a:pt x="3645788" y="4939198"/>
                </a:cubicBezTo>
                <a:cubicBezTo>
                  <a:pt x="3645788" y="4939198"/>
                  <a:pt x="3645788" y="4939198"/>
                  <a:pt x="3645788" y="4968657"/>
                </a:cubicBezTo>
                <a:cubicBezTo>
                  <a:pt x="3645788" y="4968657"/>
                  <a:pt x="3645788" y="4968657"/>
                  <a:pt x="3621270" y="4978476"/>
                </a:cubicBezTo>
                <a:cubicBezTo>
                  <a:pt x="3547717" y="5012844"/>
                  <a:pt x="3474164" y="5037393"/>
                  <a:pt x="3400611" y="5066851"/>
                </a:cubicBezTo>
                <a:cubicBezTo>
                  <a:pt x="3331961" y="5091400"/>
                  <a:pt x="3258408" y="5115949"/>
                  <a:pt x="3179951" y="5140497"/>
                </a:cubicBezTo>
                <a:cubicBezTo>
                  <a:pt x="3145626" y="5150317"/>
                  <a:pt x="3106398" y="5160136"/>
                  <a:pt x="3067169" y="5169956"/>
                </a:cubicBezTo>
                <a:cubicBezTo>
                  <a:pt x="3032845" y="5179775"/>
                  <a:pt x="2993616" y="5189595"/>
                  <a:pt x="2954388" y="5199414"/>
                </a:cubicBezTo>
                <a:cubicBezTo>
                  <a:pt x="2920063" y="5209234"/>
                  <a:pt x="2880835" y="5214144"/>
                  <a:pt x="2841606" y="5223963"/>
                </a:cubicBezTo>
                <a:cubicBezTo>
                  <a:pt x="2841606" y="5223963"/>
                  <a:pt x="2841606" y="5223963"/>
                  <a:pt x="2782764" y="5233783"/>
                </a:cubicBezTo>
                <a:cubicBezTo>
                  <a:pt x="2782764" y="5233783"/>
                  <a:pt x="2782764" y="5233783"/>
                  <a:pt x="2723921" y="5238692"/>
                </a:cubicBezTo>
                <a:cubicBezTo>
                  <a:pt x="2645464" y="5253421"/>
                  <a:pt x="2567007" y="5258331"/>
                  <a:pt x="2488551" y="5258331"/>
                </a:cubicBezTo>
                <a:cubicBezTo>
                  <a:pt x="2483647" y="5258331"/>
                  <a:pt x="2478744" y="5258331"/>
                  <a:pt x="2473840" y="5258331"/>
                </a:cubicBezTo>
                <a:cubicBezTo>
                  <a:pt x="2473840" y="5258331"/>
                  <a:pt x="2473840" y="5258331"/>
                  <a:pt x="2459129" y="5258331"/>
                </a:cubicBezTo>
                <a:cubicBezTo>
                  <a:pt x="2459129" y="5258331"/>
                  <a:pt x="2459129" y="5258331"/>
                  <a:pt x="2429708" y="5258331"/>
                </a:cubicBezTo>
                <a:cubicBezTo>
                  <a:pt x="2410094" y="5258331"/>
                  <a:pt x="2390480" y="5258331"/>
                  <a:pt x="2370865" y="5253421"/>
                </a:cubicBezTo>
                <a:cubicBezTo>
                  <a:pt x="2336541" y="5253421"/>
                  <a:pt x="2292409" y="5253421"/>
                  <a:pt x="2258084" y="5248512"/>
                </a:cubicBezTo>
                <a:cubicBezTo>
                  <a:pt x="2179627" y="5243602"/>
                  <a:pt x="2101170" y="5238692"/>
                  <a:pt x="2022714" y="5228873"/>
                </a:cubicBezTo>
                <a:cubicBezTo>
                  <a:pt x="2022714" y="5228873"/>
                  <a:pt x="2022714" y="5228873"/>
                  <a:pt x="1797150" y="5209234"/>
                </a:cubicBezTo>
                <a:cubicBezTo>
                  <a:pt x="1797150" y="5209234"/>
                  <a:pt x="1797150" y="5209234"/>
                  <a:pt x="1679465" y="5194505"/>
                </a:cubicBezTo>
                <a:cubicBezTo>
                  <a:pt x="1645140" y="5194505"/>
                  <a:pt x="1605912" y="5189595"/>
                  <a:pt x="1566684" y="5189595"/>
                </a:cubicBezTo>
                <a:cubicBezTo>
                  <a:pt x="1532359" y="5184685"/>
                  <a:pt x="1493130" y="5184685"/>
                  <a:pt x="1453902" y="5179775"/>
                </a:cubicBezTo>
                <a:cubicBezTo>
                  <a:pt x="1453902" y="5179775"/>
                  <a:pt x="1453902" y="5179775"/>
                  <a:pt x="1399963" y="5179775"/>
                </a:cubicBezTo>
                <a:cubicBezTo>
                  <a:pt x="1399963" y="5179775"/>
                  <a:pt x="1399963" y="5179775"/>
                  <a:pt x="1341120" y="5179775"/>
                </a:cubicBezTo>
                <a:cubicBezTo>
                  <a:pt x="1267567" y="5179775"/>
                  <a:pt x="1194014" y="5184685"/>
                  <a:pt x="1115557" y="5189595"/>
                </a:cubicBezTo>
                <a:cubicBezTo>
                  <a:pt x="1100846" y="5189595"/>
                  <a:pt x="1081232" y="5194505"/>
                  <a:pt x="1061618" y="5194505"/>
                </a:cubicBezTo>
                <a:cubicBezTo>
                  <a:pt x="1042004" y="5199414"/>
                  <a:pt x="1027293" y="5199414"/>
                  <a:pt x="1007679" y="5204324"/>
                </a:cubicBezTo>
                <a:cubicBezTo>
                  <a:pt x="1007679" y="5204324"/>
                  <a:pt x="1007679" y="5204324"/>
                  <a:pt x="953740" y="5214144"/>
                </a:cubicBezTo>
                <a:cubicBezTo>
                  <a:pt x="953740" y="5214144"/>
                  <a:pt x="953740" y="5214144"/>
                  <a:pt x="939029" y="5219053"/>
                </a:cubicBezTo>
                <a:cubicBezTo>
                  <a:pt x="939029" y="5219053"/>
                  <a:pt x="939029" y="5219053"/>
                  <a:pt x="934126" y="5219053"/>
                </a:cubicBezTo>
                <a:cubicBezTo>
                  <a:pt x="934126" y="5219053"/>
                  <a:pt x="934126" y="5219053"/>
                  <a:pt x="929222" y="5219053"/>
                </a:cubicBezTo>
                <a:cubicBezTo>
                  <a:pt x="929222" y="5219053"/>
                  <a:pt x="929222" y="5219053"/>
                  <a:pt x="899800" y="5228873"/>
                </a:cubicBezTo>
                <a:cubicBezTo>
                  <a:pt x="899800" y="5228873"/>
                  <a:pt x="899800" y="5228873"/>
                  <a:pt x="845862" y="5243602"/>
                </a:cubicBezTo>
                <a:cubicBezTo>
                  <a:pt x="845862" y="5243602"/>
                  <a:pt x="845862" y="5243602"/>
                  <a:pt x="791922" y="5258331"/>
                </a:cubicBezTo>
                <a:cubicBezTo>
                  <a:pt x="757598" y="5268151"/>
                  <a:pt x="718369" y="5282880"/>
                  <a:pt x="684044" y="5292699"/>
                </a:cubicBezTo>
                <a:cubicBezTo>
                  <a:pt x="625202" y="5312338"/>
                  <a:pt x="571263" y="5336887"/>
                  <a:pt x="512421" y="5361436"/>
                </a:cubicBezTo>
                <a:cubicBezTo>
                  <a:pt x="556553" y="5351616"/>
                  <a:pt x="600684" y="5341797"/>
                  <a:pt x="639912" y="5336887"/>
                </a:cubicBezTo>
                <a:cubicBezTo>
                  <a:pt x="664431" y="5336887"/>
                  <a:pt x="684044" y="5331977"/>
                  <a:pt x="708563" y="5327068"/>
                </a:cubicBezTo>
                <a:cubicBezTo>
                  <a:pt x="708563" y="5327068"/>
                  <a:pt x="708563" y="5327068"/>
                  <a:pt x="777212" y="5322158"/>
                </a:cubicBezTo>
                <a:cubicBezTo>
                  <a:pt x="777212" y="5322158"/>
                  <a:pt x="777212" y="5322158"/>
                  <a:pt x="806633" y="5322158"/>
                </a:cubicBezTo>
                <a:cubicBezTo>
                  <a:pt x="806633" y="5322158"/>
                  <a:pt x="806633" y="5322158"/>
                  <a:pt x="840958" y="5317248"/>
                </a:cubicBezTo>
                <a:cubicBezTo>
                  <a:pt x="840958" y="5317248"/>
                  <a:pt x="840958" y="5317248"/>
                  <a:pt x="909608" y="5317248"/>
                </a:cubicBezTo>
                <a:cubicBezTo>
                  <a:pt x="929222" y="5317248"/>
                  <a:pt x="953740" y="5317248"/>
                  <a:pt x="978258" y="5317248"/>
                </a:cubicBezTo>
                <a:cubicBezTo>
                  <a:pt x="978258" y="5317248"/>
                  <a:pt x="978258" y="5317248"/>
                  <a:pt x="1046907" y="5317248"/>
                </a:cubicBezTo>
                <a:cubicBezTo>
                  <a:pt x="1056714" y="5317248"/>
                  <a:pt x="1066522" y="5317248"/>
                  <a:pt x="1081232" y="5317248"/>
                </a:cubicBezTo>
                <a:cubicBezTo>
                  <a:pt x="1081232" y="5317248"/>
                  <a:pt x="1081232" y="5317248"/>
                  <a:pt x="1110653" y="5322158"/>
                </a:cubicBezTo>
                <a:cubicBezTo>
                  <a:pt x="1110653" y="5322158"/>
                  <a:pt x="1110653" y="5322158"/>
                  <a:pt x="1174400" y="5327068"/>
                </a:cubicBezTo>
                <a:cubicBezTo>
                  <a:pt x="1174400" y="5327068"/>
                  <a:pt x="1174400" y="5327068"/>
                  <a:pt x="1194014" y="5327068"/>
                </a:cubicBezTo>
                <a:cubicBezTo>
                  <a:pt x="1194014" y="5327068"/>
                  <a:pt x="1194014" y="5327068"/>
                  <a:pt x="1208724" y="5331977"/>
                </a:cubicBezTo>
                <a:cubicBezTo>
                  <a:pt x="1208724" y="5331977"/>
                  <a:pt x="1208724" y="5331977"/>
                  <a:pt x="1243049" y="5336887"/>
                </a:cubicBezTo>
                <a:cubicBezTo>
                  <a:pt x="1243049" y="5336887"/>
                  <a:pt x="1243049" y="5336887"/>
                  <a:pt x="1306795" y="5341797"/>
                </a:cubicBezTo>
                <a:cubicBezTo>
                  <a:pt x="1390156" y="5356526"/>
                  <a:pt x="1478420" y="5371255"/>
                  <a:pt x="1561780" y="5385984"/>
                </a:cubicBezTo>
                <a:cubicBezTo>
                  <a:pt x="1601008" y="5395804"/>
                  <a:pt x="1645140" y="5405623"/>
                  <a:pt x="1684369" y="5415443"/>
                </a:cubicBezTo>
                <a:cubicBezTo>
                  <a:pt x="1684369" y="5415443"/>
                  <a:pt x="1684369" y="5415443"/>
                  <a:pt x="1806957" y="5439992"/>
                </a:cubicBezTo>
                <a:cubicBezTo>
                  <a:pt x="1806957" y="5439992"/>
                  <a:pt x="1806957" y="5439992"/>
                  <a:pt x="2052135" y="5489089"/>
                </a:cubicBezTo>
                <a:cubicBezTo>
                  <a:pt x="2130592" y="5503818"/>
                  <a:pt x="2213952" y="5523457"/>
                  <a:pt x="2292409" y="5533277"/>
                </a:cubicBezTo>
                <a:cubicBezTo>
                  <a:pt x="2375769" y="5548006"/>
                  <a:pt x="2454226" y="5557825"/>
                  <a:pt x="2537586" y="5572555"/>
                </a:cubicBezTo>
                <a:cubicBezTo>
                  <a:pt x="2537586" y="5572555"/>
                  <a:pt x="2537586" y="5572555"/>
                  <a:pt x="2660175" y="5582374"/>
                </a:cubicBezTo>
                <a:cubicBezTo>
                  <a:pt x="2660175" y="5582374"/>
                  <a:pt x="2660175" y="5582374"/>
                  <a:pt x="2719017" y="5592193"/>
                </a:cubicBezTo>
                <a:cubicBezTo>
                  <a:pt x="2719017" y="5592193"/>
                  <a:pt x="2719017" y="5592193"/>
                  <a:pt x="2782764" y="5597103"/>
                </a:cubicBezTo>
                <a:cubicBezTo>
                  <a:pt x="2782764" y="5597103"/>
                  <a:pt x="2782764" y="5597103"/>
                  <a:pt x="2905352" y="5602013"/>
                </a:cubicBezTo>
                <a:cubicBezTo>
                  <a:pt x="2944581" y="5606923"/>
                  <a:pt x="2983809" y="5606923"/>
                  <a:pt x="3023037" y="5606923"/>
                </a:cubicBezTo>
                <a:cubicBezTo>
                  <a:pt x="3106398" y="5611832"/>
                  <a:pt x="3189758" y="5606923"/>
                  <a:pt x="3268215" y="5606923"/>
                </a:cubicBezTo>
                <a:cubicBezTo>
                  <a:pt x="3312347" y="5606923"/>
                  <a:pt x="3351575" y="5602013"/>
                  <a:pt x="3390804" y="5597103"/>
                </a:cubicBezTo>
                <a:cubicBezTo>
                  <a:pt x="3390804" y="5597103"/>
                  <a:pt x="3390804" y="5597103"/>
                  <a:pt x="3513392" y="5592193"/>
                </a:cubicBezTo>
                <a:cubicBezTo>
                  <a:pt x="3596753" y="5582374"/>
                  <a:pt x="3680113" y="5572555"/>
                  <a:pt x="3758570" y="5562735"/>
                </a:cubicBezTo>
                <a:cubicBezTo>
                  <a:pt x="3758570" y="5562735"/>
                  <a:pt x="3758570" y="5562735"/>
                  <a:pt x="3935098" y="5533277"/>
                </a:cubicBezTo>
                <a:cubicBezTo>
                  <a:pt x="3935098" y="5533277"/>
                  <a:pt x="3935098" y="5533277"/>
                  <a:pt x="4018458" y="780649"/>
                </a:cubicBezTo>
                <a:cubicBezTo>
                  <a:pt x="4018458" y="780649"/>
                  <a:pt x="4018458" y="780649"/>
                  <a:pt x="4106722" y="5606923"/>
                </a:cubicBezTo>
                <a:lnTo>
                  <a:pt x="4111625" y="5680569"/>
                </a:lnTo>
                <a:cubicBezTo>
                  <a:pt x="4111625" y="5680569"/>
                  <a:pt x="4111625" y="5680569"/>
                  <a:pt x="4038072" y="5695298"/>
                </a:cubicBezTo>
                <a:cubicBezTo>
                  <a:pt x="4038072" y="5695298"/>
                  <a:pt x="4038072" y="5695298"/>
                  <a:pt x="3787991" y="5744395"/>
                </a:cubicBezTo>
                <a:cubicBezTo>
                  <a:pt x="3704631" y="5759125"/>
                  <a:pt x="3621270" y="5773854"/>
                  <a:pt x="3537910" y="5783673"/>
                </a:cubicBezTo>
                <a:cubicBezTo>
                  <a:pt x="3537910" y="5783673"/>
                  <a:pt x="3537910" y="5783673"/>
                  <a:pt x="3410418" y="5798403"/>
                </a:cubicBezTo>
                <a:cubicBezTo>
                  <a:pt x="3366286" y="5798403"/>
                  <a:pt x="3322154" y="5808222"/>
                  <a:pt x="3282926" y="5808222"/>
                </a:cubicBezTo>
                <a:cubicBezTo>
                  <a:pt x="3194662" y="5813132"/>
                  <a:pt x="3111301" y="5818042"/>
                  <a:pt x="3023037" y="5818042"/>
                </a:cubicBezTo>
                <a:cubicBezTo>
                  <a:pt x="2983809" y="5818042"/>
                  <a:pt x="2939677" y="5818042"/>
                  <a:pt x="2895545" y="5818042"/>
                </a:cubicBezTo>
                <a:cubicBezTo>
                  <a:pt x="2895545" y="5818042"/>
                  <a:pt x="2895545" y="5818042"/>
                  <a:pt x="2768053" y="5818042"/>
                </a:cubicBezTo>
                <a:cubicBezTo>
                  <a:pt x="2768053" y="5818042"/>
                  <a:pt x="2768053" y="5818042"/>
                  <a:pt x="2704307" y="5813132"/>
                </a:cubicBezTo>
                <a:cubicBezTo>
                  <a:pt x="2704307" y="5813132"/>
                  <a:pt x="2704307" y="5813132"/>
                  <a:pt x="2640561" y="5808222"/>
                </a:cubicBezTo>
                <a:cubicBezTo>
                  <a:pt x="2596429" y="5808222"/>
                  <a:pt x="2557200" y="5803312"/>
                  <a:pt x="2513068" y="5798403"/>
                </a:cubicBezTo>
                <a:cubicBezTo>
                  <a:pt x="2429708" y="5793493"/>
                  <a:pt x="2341444" y="5783673"/>
                  <a:pt x="2258084" y="5773854"/>
                </a:cubicBezTo>
                <a:cubicBezTo>
                  <a:pt x="2174724" y="5759125"/>
                  <a:pt x="2091363" y="5749305"/>
                  <a:pt x="2008002" y="5734576"/>
                </a:cubicBezTo>
                <a:cubicBezTo>
                  <a:pt x="2008002" y="5734576"/>
                  <a:pt x="2008002" y="5734576"/>
                  <a:pt x="1757922" y="5690388"/>
                </a:cubicBezTo>
                <a:cubicBezTo>
                  <a:pt x="1757922" y="5690388"/>
                  <a:pt x="1757922" y="5690388"/>
                  <a:pt x="1635333" y="5670749"/>
                </a:cubicBezTo>
                <a:cubicBezTo>
                  <a:pt x="1596105" y="5665840"/>
                  <a:pt x="1551973" y="5656020"/>
                  <a:pt x="1512744" y="5651110"/>
                </a:cubicBezTo>
                <a:cubicBezTo>
                  <a:pt x="1434288" y="5636381"/>
                  <a:pt x="1350927" y="5626562"/>
                  <a:pt x="1272471" y="5616742"/>
                </a:cubicBezTo>
                <a:cubicBezTo>
                  <a:pt x="1272471" y="5616742"/>
                  <a:pt x="1272471" y="5616742"/>
                  <a:pt x="1213628" y="5611832"/>
                </a:cubicBezTo>
                <a:cubicBezTo>
                  <a:pt x="1213628" y="5611832"/>
                  <a:pt x="1213628" y="5611832"/>
                  <a:pt x="1184207" y="5606923"/>
                </a:cubicBezTo>
                <a:cubicBezTo>
                  <a:pt x="1184207" y="5606923"/>
                  <a:pt x="1184207" y="5606923"/>
                  <a:pt x="1169496" y="5606923"/>
                </a:cubicBezTo>
                <a:cubicBezTo>
                  <a:pt x="1169496" y="5606923"/>
                  <a:pt x="1169496" y="5606923"/>
                  <a:pt x="1164593" y="5606923"/>
                </a:cubicBezTo>
                <a:cubicBezTo>
                  <a:pt x="1164593" y="5606923"/>
                  <a:pt x="1164593" y="5606923"/>
                  <a:pt x="1154785" y="5606923"/>
                </a:cubicBezTo>
                <a:cubicBezTo>
                  <a:pt x="1154785" y="5606923"/>
                  <a:pt x="1154785" y="5606923"/>
                  <a:pt x="1095943" y="5602013"/>
                </a:cubicBezTo>
                <a:cubicBezTo>
                  <a:pt x="1095943" y="5602013"/>
                  <a:pt x="1095943" y="5602013"/>
                  <a:pt x="1061618" y="5602013"/>
                </a:cubicBezTo>
                <a:cubicBezTo>
                  <a:pt x="1051811" y="5602013"/>
                  <a:pt x="1042004" y="5602013"/>
                  <a:pt x="1032197" y="5602013"/>
                </a:cubicBezTo>
                <a:cubicBezTo>
                  <a:pt x="1032197" y="5602013"/>
                  <a:pt x="1032197" y="5602013"/>
                  <a:pt x="978258" y="5602013"/>
                </a:cubicBezTo>
                <a:cubicBezTo>
                  <a:pt x="958643" y="5602013"/>
                  <a:pt x="939029" y="5602013"/>
                  <a:pt x="919415" y="5606923"/>
                </a:cubicBezTo>
                <a:cubicBezTo>
                  <a:pt x="919415" y="5606923"/>
                  <a:pt x="919415" y="5606923"/>
                  <a:pt x="860573" y="5611832"/>
                </a:cubicBezTo>
                <a:cubicBezTo>
                  <a:pt x="860573" y="5611832"/>
                  <a:pt x="860573" y="5611832"/>
                  <a:pt x="831151" y="5611832"/>
                </a:cubicBezTo>
                <a:cubicBezTo>
                  <a:pt x="831151" y="5611832"/>
                  <a:pt x="831151" y="5611832"/>
                  <a:pt x="801730" y="5616742"/>
                </a:cubicBezTo>
                <a:cubicBezTo>
                  <a:pt x="801730" y="5616742"/>
                  <a:pt x="801730" y="5616742"/>
                  <a:pt x="747790" y="5621652"/>
                </a:cubicBezTo>
                <a:cubicBezTo>
                  <a:pt x="728177" y="5626562"/>
                  <a:pt x="708563" y="5631471"/>
                  <a:pt x="688948" y="5631471"/>
                </a:cubicBezTo>
                <a:cubicBezTo>
                  <a:pt x="649720" y="5636381"/>
                  <a:pt x="610491" y="5646201"/>
                  <a:pt x="576167" y="5656020"/>
                </a:cubicBezTo>
                <a:cubicBezTo>
                  <a:pt x="502613" y="5675659"/>
                  <a:pt x="429060" y="5700208"/>
                  <a:pt x="355507" y="5724756"/>
                </a:cubicBezTo>
                <a:cubicBezTo>
                  <a:pt x="355507" y="5724756"/>
                  <a:pt x="355507" y="5724756"/>
                  <a:pt x="306471" y="5749305"/>
                </a:cubicBezTo>
                <a:cubicBezTo>
                  <a:pt x="286857" y="5759125"/>
                  <a:pt x="272147" y="5764034"/>
                  <a:pt x="257436" y="5773854"/>
                </a:cubicBezTo>
                <a:cubicBezTo>
                  <a:pt x="237822" y="5783673"/>
                  <a:pt x="223111" y="5788583"/>
                  <a:pt x="208401" y="5798403"/>
                </a:cubicBezTo>
                <a:cubicBezTo>
                  <a:pt x="198593" y="5803312"/>
                  <a:pt x="193690" y="5808222"/>
                  <a:pt x="183882" y="5813132"/>
                </a:cubicBezTo>
                <a:cubicBezTo>
                  <a:pt x="183882" y="5813132"/>
                  <a:pt x="178979" y="5818042"/>
                  <a:pt x="174076" y="5818042"/>
                </a:cubicBezTo>
                <a:cubicBezTo>
                  <a:pt x="174076" y="5818042"/>
                  <a:pt x="174076" y="5818042"/>
                  <a:pt x="169172" y="5822951"/>
                </a:cubicBezTo>
                <a:cubicBezTo>
                  <a:pt x="169172" y="5822951"/>
                  <a:pt x="169172" y="5822951"/>
                  <a:pt x="26433" y="5822951"/>
                </a:cubicBezTo>
                <a:lnTo>
                  <a:pt x="0" y="5822951"/>
                </a:lnTo>
                <a:lnTo>
                  <a:pt x="0" y="710368"/>
                </a:lnTo>
                <a:lnTo>
                  <a:pt x="2451" y="520433"/>
                </a:lnTo>
                <a:cubicBezTo>
                  <a:pt x="2451" y="520433"/>
                  <a:pt x="2451" y="520433"/>
                  <a:pt x="61294" y="5459631"/>
                </a:cubicBezTo>
                <a:cubicBezTo>
                  <a:pt x="76004" y="5444901"/>
                  <a:pt x="95618" y="5435082"/>
                  <a:pt x="110329" y="5425262"/>
                </a:cubicBezTo>
                <a:cubicBezTo>
                  <a:pt x="110329" y="5425262"/>
                  <a:pt x="110329" y="5425262"/>
                  <a:pt x="164269" y="5395804"/>
                </a:cubicBezTo>
                <a:cubicBezTo>
                  <a:pt x="164269" y="5395804"/>
                  <a:pt x="164269" y="5395804"/>
                  <a:pt x="213304" y="5366345"/>
                </a:cubicBezTo>
                <a:cubicBezTo>
                  <a:pt x="281954" y="5331977"/>
                  <a:pt x="355507" y="5297609"/>
                  <a:pt x="424157" y="5263241"/>
                </a:cubicBezTo>
                <a:cubicBezTo>
                  <a:pt x="497710" y="5233783"/>
                  <a:pt x="571263" y="5204324"/>
                  <a:pt x="644816" y="5179775"/>
                </a:cubicBezTo>
                <a:cubicBezTo>
                  <a:pt x="684044" y="5165046"/>
                  <a:pt x="718369" y="5155227"/>
                  <a:pt x="757598" y="5145407"/>
                </a:cubicBezTo>
                <a:cubicBezTo>
                  <a:pt x="757598" y="5145407"/>
                  <a:pt x="757598" y="5145407"/>
                  <a:pt x="816441" y="5125768"/>
                </a:cubicBezTo>
                <a:cubicBezTo>
                  <a:pt x="816441" y="5125768"/>
                  <a:pt x="816441" y="5125768"/>
                  <a:pt x="870379" y="5115949"/>
                </a:cubicBezTo>
                <a:cubicBezTo>
                  <a:pt x="870379" y="5115949"/>
                  <a:pt x="870379" y="5115949"/>
                  <a:pt x="899800" y="5106129"/>
                </a:cubicBezTo>
                <a:cubicBezTo>
                  <a:pt x="899800" y="5106129"/>
                  <a:pt x="899800" y="5106129"/>
                  <a:pt x="904704" y="5106129"/>
                </a:cubicBezTo>
                <a:cubicBezTo>
                  <a:pt x="904704" y="5106129"/>
                  <a:pt x="904704" y="5106129"/>
                  <a:pt x="909608" y="5106129"/>
                </a:cubicBezTo>
                <a:cubicBezTo>
                  <a:pt x="909608" y="5106129"/>
                  <a:pt x="909608" y="5106129"/>
                  <a:pt x="914511" y="5101220"/>
                </a:cubicBezTo>
                <a:cubicBezTo>
                  <a:pt x="914511" y="5101220"/>
                  <a:pt x="914511" y="5101220"/>
                  <a:pt x="929222" y="5101220"/>
                </a:cubicBezTo>
                <a:cubicBezTo>
                  <a:pt x="929222" y="5101220"/>
                  <a:pt x="929222" y="5101220"/>
                  <a:pt x="988065" y="5091400"/>
                </a:cubicBezTo>
                <a:cubicBezTo>
                  <a:pt x="1007679" y="5086490"/>
                  <a:pt x="1027293" y="5086490"/>
                  <a:pt x="1046907" y="5081581"/>
                </a:cubicBezTo>
                <a:cubicBezTo>
                  <a:pt x="1066522" y="5081581"/>
                  <a:pt x="1086136" y="5076671"/>
                  <a:pt x="1105750" y="5076671"/>
                </a:cubicBezTo>
                <a:cubicBezTo>
                  <a:pt x="1184207" y="5066851"/>
                  <a:pt x="1262663" y="5066851"/>
                  <a:pt x="1341120" y="5066851"/>
                </a:cubicBezTo>
                <a:cubicBezTo>
                  <a:pt x="1341120" y="5066851"/>
                  <a:pt x="1341120" y="5066851"/>
                  <a:pt x="1399963" y="5066851"/>
                </a:cubicBezTo>
                <a:cubicBezTo>
                  <a:pt x="1399963" y="5066851"/>
                  <a:pt x="1399963" y="5066851"/>
                  <a:pt x="1458805" y="5071761"/>
                </a:cubicBezTo>
                <a:cubicBezTo>
                  <a:pt x="1498034" y="5071761"/>
                  <a:pt x="1537262" y="5076671"/>
                  <a:pt x="1576491" y="5076671"/>
                </a:cubicBezTo>
                <a:cubicBezTo>
                  <a:pt x="1615719" y="5081581"/>
                  <a:pt x="1654947" y="5086490"/>
                  <a:pt x="1694176" y="5086490"/>
                </a:cubicBezTo>
                <a:cubicBezTo>
                  <a:pt x="1694176" y="5086490"/>
                  <a:pt x="1694176" y="5086490"/>
                  <a:pt x="1806957" y="5101220"/>
                </a:cubicBezTo>
                <a:cubicBezTo>
                  <a:pt x="1806957" y="5101220"/>
                  <a:pt x="1806957" y="5101220"/>
                  <a:pt x="2037424" y="5125768"/>
                </a:cubicBezTo>
                <a:cubicBezTo>
                  <a:pt x="2110977" y="5135588"/>
                  <a:pt x="2189434" y="5140497"/>
                  <a:pt x="2262987" y="5145407"/>
                </a:cubicBezTo>
                <a:cubicBezTo>
                  <a:pt x="2302216" y="5150317"/>
                  <a:pt x="2336541" y="5150317"/>
                  <a:pt x="2375769" y="5155227"/>
                </a:cubicBezTo>
                <a:cubicBezTo>
                  <a:pt x="2395383" y="5155227"/>
                  <a:pt x="2414997" y="5155227"/>
                  <a:pt x="2434612" y="5155227"/>
                </a:cubicBezTo>
                <a:cubicBezTo>
                  <a:pt x="2434612" y="5155227"/>
                  <a:pt x="2434612" y="5155227"/>
                  <a:pt x="2464033" y="5160136"/>
                </a:cubicBezTo>
                <a:cubicBezTo>
                  <a:pt x="2464033" y="5160136"/>
                  <a:pt x="2464033" y="5160136"/>
                  <a:pt x="2478744" y="5160136"/>
                </a:cubicBezTo>
                <a:cubicBezTo>
                  <a:pt x="2478744" y="5160136"/>
                  <a:pt x="2483647" y="5160136"/>
                  <a:pt x="2488551" y="5160136"/>
                </a:cubicBezTo>
                <a:cubicBezTo>
                  <a:pt x="2562104" y="5160136"/>
                  <a:pt x="2640561" y="5155227"/>
                  <a:pt x="2714114" y="5145407"/>
                </a:cubicBezTo>
                <a:cubicBezTo>
                  <a:pt x="2714114" y="5145407"/>
                  <a:pt x="2714114" y="5145407"/>
                  <a:pt x="2768053" y="5135588"/>
                </a:cubicBezTo>
                <a:cubicBezTo>
                  <a:pt x="2768053" y="5135588"/>
                  <a:pt x="2768053" y="5135588"/>
                  <a:pt x="2826896" y="5130678"/>
                </a:cubicBezTo>
                <a:cubicBezTo>
                  <a:pt x="2861220" y="5120859"/>
                  <a:pt x="2900449" y="5115949"/>
                  <a:pt x="2934774" y="5106129"/>
                </a:cubicBezTo>
                <a:cubicBezTo>
                  <a:pt x="2974002" y="5101220"/>
                  <a:pt x="3008327" y="5091400"/>
                  <a:pt x="3047555" y="5081581"/>
                </a:cubicBezTo>
                <a:cubicBezTo>
                  <a:pt x="3081880" y="5071761"/>
                  <a:pt x="3121108" y="5061942"/>
                  <a:pt x="3155433" y="5052122"/>
                </a:cubicBezTo>
                <a:cubicBezTo>
                  <a:pt x="3228987" y="5032483"/>
                  <a:pt x="3302540" y="5007934"/>
                  <a:pt x="3371189" y="4983386"/>
                </a:cubicBezTo>
                <a:cubicBezTo>
                  <a:pt x="3434936" y="4958837"/>
                  <a:pt x="3498682" y="4939198"/>
                  <a:pt x="3557524" y="4909740"/>
                </a:cubicBezTo>
                <a:cubicBezTo>
                  <a:pt x="3557524" y="4909740"/>
                  <a:pt x="3557524" y="4909740"/>
                  <a:pt x="3586946" y="39278"/>
                </a:cubicBezTo>
                <a:cubicBezTo>
                  <a:pt x="3586946" y="39278"/>
                  <a:pt x="3586946" y="39278"/>
                  <a:pt x="3454550" y="78556"/>
                </a:cubicBezTo>
                <a:cubicBezTo>
                  <a:pt x="3430032" y="83466"/>
                  <a:pt x="3405514" y="93285"/>
                  <a:pt x="3380997" y="98195"/>
                </a:cubicBezTo>
                <a:cubicBezTo>
                  <a:pt x="3380997" y="98195"/>
                  <a:pt x="3380997" y="98195"/>
                  <a:pt x="3302540" y="117834"/>
                </a:cubicBezTo>
                <a:cubicBezTo>
                  <a:pt x="3302540" y="117834"/>
                  <a:pt x="3302540" y="117834"/>
                  <a:pt x="3228987" y="132563"/>
                </a:cubicBezTo>
                <a:cubicBezTo>
                  <a:pt x="3228987" y="132563"/>
                  <a:pt x="3228987" y="132563"/>
                  <a:pt x="3189758" y="142383"/>
                </a:cubicBezTo>
                <a:cubicBezTo>
                  <a:pt x="3175047" y="147292"/>
                  <a:pt x="3165240" y="147292"/>
                  <a:pt x="3150530" y="147292"/>
                </a:cubicBezTo>
                <a:cubicBezTo>
                  <a:pt x="3150530" y="147292"/>
                  <a:pt x="3150530" y="147292"/>
                  <a:pt x="2998520" y="176751"/>
                </a:cubicBezTo>
                <a:cubicBezTo>
                  <a:pt x="2974002" y="181661"/>
                  <a:pt x="2944581" y="186570"/>
                  <a:pt x="2920063" y="191480"/>
                </a:cubicBezTo>
                <a:cubicBezTo>
                  <a:pt x="2920063" y="191480"/>
                  <a:pt x="2920063" y="191480"/>
                  <a:pt x="2841606" y="201300"/>
                </a:cubicBezTo>
                <a:cubicBezTo>
                  <a:pt x="2841606" y="201300"/>
                  <a:pt x="2841606" y="201300"/>
                  <a:pt x="2768053" y="211119"/>
                </a:cubicBezTo>
                <a:cubicBezTo>
                  <a:pt x="2738632" y="216029"/>
                  <a:pt x="2714114" y="216029"/>
                  <a:pt x="2689596" y="220939"/>
                </a:cubicBezTo>
                <a:cubicBezTo>
                  <a:pt x="2635657" y="225848"/>
                  <a:pt x="2586622" y="230758"/>
                  <a:pt x="2532683" y="235668"/>
                </a:cubicBezTo>
                <a:cubicBezTo>
                  <a:pt x="2532683" y="235668"/>
                  <a:pt x="2532683" y="235668"/>
                  <a:pt x="2375769" y="250397"/>
                </a:cubicBezTo>
                <a:cubicBezTo>
                  <a:pt x="2351251" y="250397"/>
                  <a:pt x="2326734" y="255307"/>
                  <a:pt x="2297312" y="255307"/>
                </a:cubicBezTo>
                <a:cubicBezTo>
                  <a:pt x="2297312" y="255307"/>
                  <a:pt x="2297312" y="255307"/>
                  <a:pt x="2218855" y="260216"/>
                </a:cubicBezTo>
                <a:cubicBezTo>
                  <a:pt x="2218855" y="260216"/>
                  <a:pt x="2218855" y="260216"/>
                  <a:pt x="2140399" y="260216"/>
                </a:cubicBezTo>
                <a:cubicBezTo>
                  <a:pt x="2140399" y="260216"/>
                  <a:pt x="2140399" y="260216"/>
                  <a:pt x="2066845" y="265126"/>
                </a:cubicBezTo>
                <a:cubicBezTo>
                  <a:pt x="2012906" y="265126"/>
                  <a:pt x="1958967" y="265126"/>
                  <a:pt x="1909932" y="265126"/>
                </a:cubicBezTo>
                <a:cubicBezTo>
                  <a:pt x="1855992" y="265126"/>
                  <a:pt x="1802054" y="265126"/>
                  <a:pt x="1753018" y="265126"/>
                </a:cubicBezTo>
                <a:cubicBezTo>
                  <a:pt x="1699079" y="265126"/>
                  <a:pt x="1650044" y="265126"/>
                  <a:pt x="1596105" y="260216"/>
                </a:cubicBezTo>
                <a:cubicBezTo>
                  <a:pt x="1542166" y="260216"/>
                  <a:pt x="1493130" y="260216"/>
                  <a:pt x="1439191" y="255307"/>
                </a:cubicBezTo>
                <a:cubicBezTo>
                  <a:pt x="1439191" y="255307"/>
                  <a:pt x="1439191" y="255307"/>
                  <a:pt x="1360734" y="250397"/>
                </a:cubicBezTo>
                <a:cubicBezTo>
                  <a:pt x="1360734" y="250397"/>
                  <a:pt x="1360734" y="250397"/>
                  <a:pt x="1439191" y="250397"/>
                </a:cubicBezTo>
                <a:cubicBezTo>
                  <a:pt x="1493130" y="255307"/>
                  <a:pt x="1542166" y="255307"/>
                  <a:pt x="1596105" y="255307"/>
                </a:cubicBezTo>
                <a:cubicBezTo>
                  <a:pt x="1650044" y="255307"/>
                  <a:pt x="1699079" y="255307"/>
                  <a:pt x="1753018" y="260216"/>
                </a:cubicBezTo>
                <a:cubicBezTo>
                  <a:pt x="1802054" y="260216"/>
                  <a:pt x="1855992" y="255307"/>
                  <a:pt x="1909932" y="255307"/>
                </a:cubicBezTo>
                <a:cubicBezTo>
                  <a:pt x="1958967" y="255307"/>
                  <a:pt x="2012906" y="255307"/>
                  <a:pt x="2061942" y="250397"/>
                </a:cubicBezTo>
                <a:cubicBezTo>
                  <a:pt x="2061942" y="250397"/>
                  <a:pt x="2061942" y="250397"/>
                  <a:pt x="2140399" y="250397"/>
                </a:cubicBezTo>
                <a:cubicBezTo>
                  <a:pt x="2140399" y="250397"/>
                  <a:pt x="2140399" y="250397"/>
                  <a:pt x="2218855" y="245487"/>
                </a:cubicBezTo>
                <a:cubicBezTo>
                  <a:pt x="2218855" y="245487"/>
                  <a:pt x="2218855" y="245487"/>
                  <a:pt x="2297312" y="240577"/>
                </a:cubicBezTo>
                <a:cubicBezTo>
                  <a:pt x="2321830" y="240577"/>
                  <a:pt x="2351251" y="235668"/>
                  <a:pt x="2375769" y="235668"/>
                </a:cubicBezTo>
                <a:cubicBezTo>
                  <a:pt x="2375769" y="235668"/>
                  <a:pt x="2375769" y="235668"/>
                  <a:pt x="2532683" y="220939"/>
                </a:cubicBezTo>
                <a:cubicBezTo>
                  <a:pt x="2581718" y="216029"/>
                  <a:pt x="2635657" y="211119"/>
                  <a:pt x="2684693" y="201300"/>
                </a:cubicBezTo>
                <a:cubicBezTo>
                  <a:pt x="2709210" y="201300"/>
                  <a:pt x="2738632" y="196390"/>
                  <a:pt x="2763149" y="191480"/>
                </a:cubicBezTo>
                <a:cubicBezTo>
                  <a:pt x="2763149" y="191480"/>
                  <a:pt x="2763149" y="191480"/>
                  <a:pt x="2841606" y="181661"/>
                </a:cubicBezTo>
                <a:cubicBezTo>
                  <a:pt x="2841606" y="181661"/>
                  <a:pt x="2841606" y="181661"/>
                  <a:pt x="2915159" y="171841"/>
                </a:cubicBezTo>
                <a:cubicBezTo>
                  <a:pt x="2944581" y="166931"/>
                  <a:pt x="2969098" y="162022"/>
                  <a:pt x="2993616" y="157112"/>
                </a:cubicBezTo>
                <a:cubicBezTo>
                  <a:pt x="2993616" y="157112"/>
                  <a:pt x="2993616" y="157112"/>
                  <a:pt x="3145626" y="127654"/>
                </a:cubicBezTo>
                <a:cubicBezTo>
                  <a:pt x="3160337" y="122744"/>
                  <a:pt x="3170144" y="122744"/>
                  <a:pt x="3184855" y="117834"/>
                </a:cubicBezTo>
                <a:cubicBezTo>
                  <a:pt x="3184855" y="117834"/>
                  <a:pt x="3184855" y="117834"/>
                  <a:pt x="3224083" y="108014"/>
                </a:cubicBezTo>
                <a:cubicBezTo>
                  <a:pt x="3224083" y="108014"/>
                  <a:pt x="3224083" y="108014"/>
                  <a:pt x="3297636" y="93285"/>
                </a:cubicBezTo>
                <a:cubicBezTo>
                  <a:pt x="3297636" y="93285"/>
                  <a:pt x="3297636" y="93285"/>
                  <a:pt x="3376093" y="73646"/>
                </a:cubicBezTo>
                <a:cubicBezTo>
                  <a:pt x="3400611" y="68737"/>
                  <a:pt x="3425128" y="58917"/>
                  <a:pt x="3449646" y="49098"/>
                </a:cubicBezTo>
                <a:cubicBezTo>
                  <a:pt x="3449646" y="49098"/>
                  <a:pt x="3449646" y="49098"/>
                  <a:pt x="3596753" y="4910"/>
                </a:cubicBezTo>
                <a:cubicBezTo>
                  <a:pt x="3596753" y="4910"/>
                  <a:pt x="3596753" y="4910"/>
                  <a:pt x="3616367" y="0"/>
                </a:cubicBezTo>
                <a:close/>
              </a:path>
            </a:pathLst>
          </a:custGeom>
          <a:solidFill>
            <a:schemeClr val="tx2"/>
          </a:solidFill>
          <a:ln>
            <a:noFill/>
          </a:ln>
        </p:spPr>
        <p:txBody>
          <a:bodyPr vert="horz" wrap="square" lIns="91440" tIns="45720" rIns="91440" bIns="45720" numCol="1" anchor="t" anchorCtr="0" compatLnSpc="1">
            <a:noAutofit/>
          </a:bodyPr>
          <a:lstStyle/>
          <a:p>
            <a:pPr defTabSz="913765">
              <a:defRPr/>
            </a:pPr>
            <a:endParaRPr lang="zh-CN" altLang="en-US" dirty="0">
              <a:solidFill>
                <a:prstClr val="black"/>
              </a:solidFill>
              <a:cs typeface="+mn-ea"/>
              <a:sym typeface="+mn-lt"/>
            </a:endParaRPr>
          </a:p>
        </p:txBody>
      </p:sp>
      <p:sp>
        <p:nvSpPr>
          <p:cNvPr id="9" name="íṥḻiḑè"/>
          <p:cNvSpPr/>
          <p:nvPr/>
        </p:nvSpPr>
        <p:spPr>
          <a:xfrm>
            <a:off x="829739" y="3192071"/>
            <a:ext cx="2541000" cy="562912"/>
          </a:xfrm>
          <a:prstGeom prst="rect">
            <a:avLst/>
          </a:prstGeom>
          <a:noFill/>
        </p:spPr>
        <p:txBody>
          <a:bodyPr wrap="none" anchor="ctr">
            <a:normAutofit/>
          </a:bodyPr>
          <a:lstStyle/>
          <a:p>
            <a:pPr algn="ctr"/>
            <a:r>
              <a:rPr lang="en-US" altLang="zh-CN" sz="2800" b="1" dirty="0">
                <a:cs typeface="+mn-ea"/>
                <a:sym typeface="+mn-lt"/>
              </a:rPr>
              <a:t>CONTENTS</a:t>
            </a:r>
          </a:p>
        </p:txBody>
      </p:sp>
      <p:grpSp>
        <p:nvGrpSpPr>
          <p:cNvPr id="10" name="í$lïḑê"/>
          <p:cNvGrpSpPr/>
          <p:nvPr/>
        </p:nvGrpSpPr>
        <p:grpSpPr>
          <a:xfrm>
            <a:off x="4714208" y="684919"/>
            <a:ext cx="6749754" cy="663248"/>
            <a:chOff x="4770733" y="1139750"/>
            <a:chExt cx="6749754" cy="663248"/>
          </a:xfrm>
        </p:grpSpPr>
        <p:sp>
          <p:nvSpPr>
            <p:cNvPr id="11" name="i$ḷïďê"/>
            <p:cNvSpPr/>
            <p:nvPr/>
          </p:nvSpPr>
          <p:spPr bwMode="auto">
            <a:xfrm>
              <a:off x="5008132" y="1139750"/>
              <a:ext cx="6512355" cy="663248"/>
            </a:xfrm>
            <a:prstGeom prst="roundRect">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marL="360045"/>
              <a:r>
                <a:rPr lang="ko-KR" altLang="zh-CN" dirty="0">
                  <a:cs typeface="+mn-ea"/>
                  <a:sym typeface="+mn-lt"/>
                </a:rPr>
                <a:t>시인소개 </a:t>
              </a:r>
            </a:p>
          </p:txBody>
        </p:sp>
        <p:sp>
          <p:nvSpPr>
            <p:cNvPr id="12" name="íṣlîḍè"/>
            <p:cNvSpPr/>
            <p:nvPr/>
          </p:nvSpPr>
          <p:spPr bwMode="auto">
            <a:xfrm>
              <a:off x="4770733" y="1233974"/>
              <a:ext cx="474800" cy="474800"/>
            </a:xfrm>
            <a:prstGeom prst="ellipse">
              <a:avLst/>
            </a:prstGeom>
            <a:solidFill>
              <a:schemeClr val="accent1"/>
            </a:solidFill>
            <a:ln w="50800" cmpd="sng">
              <a:solidFill>
                <a:schemeClr val="bg1"/>
              </a:solidFill>
            </a:ln>
          </p:spPr>
          <p:style>
            <a:lnRef idx="2">
              <a:schemeClr val="dk1"/>
            </a:lnRef>
            <a:fillRef idx="1">
              <a:schemeClr val="lt1"/>
            </a:fillRef>
            <a:effectRef idx="0">
              <a:schemeClr val="dk1"/>
            </a:effectRef>
            <a:fontRef idx="minor">
              <a:schemeClr val="dk1"/>
            </a:fontRef>
          </p:style>
          <p:txBody>
            <a:bodyPr wrap="none" rtlCol="0" anchor="ctr">
              <a:normAutofit/>
            </a:bodyPr>
            <a:lstStyle/>
            <a:p>
              <a:pPr algn="ctr"/>
              <a:r>
                <a:rPr lang="en-US" altLang="zh-CN" sz="1600" dirty="0">
                  <a:solidFill>
                    <a:schemeClr val="bg1"/>
                  </a:solidFill>
                  <a:cs typeface="+mn-ea"/>
                  <a:sym typeface="+mn-lt"/>
                </a:rPr>
                <a:t>01</a:t>
              </a:r>
              <a:endParaRPr lang="zh-CN" altLang="en-US" sz="1600" dirty="0">
                <a:solidFill>
                  <a:schemeClr val="bg1"/>
                </a:solidFill>
                <a:cs typeface="+mn-ea"/>
                <a:sym typeface="+mn-lt"/>
              </a:endParaRPr>
            </a:p>
          </p:txBody>
        </p:sp>
      </p:grpSp>
      <p:grpSp>
        <p:nvGrpSpPr>
          <p:cNvPr id="13" name="íṩḻídè"/>
          <p:cNvGrpSpPr/>
          <p:nvPr/>
        </p:nvGrpSpPr>
        <p:grpSpPr>
          <a:xfrm>
            <a:off x="4714208" y="1654666"/>
            <a:ext cx="6749754" cy="663248"/>
            <a:chOff x="4770733" y="1139750"/>
            <a:chExt cx="6749754" cy="663248"/>
          </a:xfrm>
        </p:grpSpPr>
        <p:sp>
          <p:nvSpPr>
            <p:cNvPr id="14" name="ïŝļiḋè"/>
            <p:cNvSpPr/>
            <p:nvPr/>
          </p:nvSpPr>
          <p:spPr bwMode="auto">
            <a:xfrm>
              <a:off x="5008132" y="1139750"/>
              <a:ext cx="6512355" cy="663248"/>
            </a:xfrm>
            <a:prstGeom prst="roundRect">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marL="360045"/>
              <a:r>
                <a:rPr lang="ko-KR" altLang="en-US" dirty="0">
                  <a:cs typeface="+mn-ea"/>
                  <a:sym typeface="+mn-lt"/>
                </a:rPr>
                <a:t>시인의 역사적 배경</a:t>
              </a:r>
            </a:p>
          </p:txBody>
        </p:sp>
        <p:sp>
          <p:nvSpPr>
            <p:cNvPr id="15" name="íşḻide"/>
            <p:cNvSpPr/>
            <p:nvPr/>
          </p:nvSpPr>
          <p:spPr bwMode="auto">
            <a:xfrm>
              <a:off x="4770733" y="1233974"/>
              <a:ext cx="474800" cy="474800"/>
            </a:xfrm>
            <a:prstGeom prst="ellipse">
              <a:avLst/>
            </a:prstGeom>
            <a:solidFill>
              <a:schemeClr val="accent1"/>
            </a:solidFill>
            <a:ln w="50800" cmpd="sng">
              <a:solidFill>
                <a:schemeClr val="bg1"/>
              </a:solidFill>
            </a:ln>
          </p:spPr>
          <p:style>
            <a:lnRef idx="2">
              <a:schemeClr val="dk1"/>
            </a:lnRef>
            <a:fillRef idx="1">
              <a:schemeClr val="lt1"/>
            </a:fillRef>
            <a:effectRef idx="0">
              <a:schemeClr val="dk1"/>
            </a:effectRef>
            <a:fontRef idx="minor">
              <a:schemeClr val="dk1"/>
            </a:fontRef>
          </p:style>
          <p:txBody>
            <a:bodyPr wrap="none" rtlCol="0" anchor="ctr">
              <a:normAutofit/>
            </a:bodyPr>
            <a:lstStyle/>
            <a:p>
              <a:pPr algn="ctr"/>
              <a:r>
                <a:rPr lang="en-US" altLang="zh-CN" sz="1600" dirty="0">
                  <a:solidFill>
                    <a:schemeClr val="bg1"/>
                  </a:solidFill>
                  <a:cs typeface="+mn-ea"/>
                  <a:sym typeface="+mn-lt"/>
                </a:rPr>
                <a:t>02</a:t>
              </a:r>
              <a:endParaRPr lang="zh-CN" altLang="en-US" sz="1600" dirty="0">
                <a:solidFill>
                  <a:schemeClr val="bg1"/>
                </a:solidFill>
                <a:cs typeface="+mn-ea"/>
                <a:sym typeface="+mn-lt"/>
              </a:endParaRPr>
            </a:p>
          </p:txBody>
        </p:sp>
      </p:grpSp>
      <p:grpSp>
        <p:nvGrpSpPr>
          <p:cNvPr id="16" name="iṧļîḑê"/>
          <p:cNvGrpSpPr/>
          <p:nvPr/>
        </p:nvGrpSpPr>
        <p:grpSpPr>
          <a:xfrm>
            <a:off x="4714208" y="2624413"/>
            <a:ext cx="6749754" cy="663248"/>
            <a:chOff x="4770733" y="1139750"/>
            <a:chExt cx="6749754" cy="663248"/>
          </a:xfrm>
        </p:grpSpPr>
        <p:sp>
          <p:nvSpPr>
            <p:cNvPr id="17" name="išļíḋé"/>
            <p:cNvSpPr/>
            <p:nvPr/>
          </p:nvSpPr>
          <p:spPr bwMode="auto">
            <a:xfrm>
              <a:off x="5008132" y="1139750"/>
              <a:ext cx="6512355" cy="663248"/>
            </a:xfrm>
            <a:prstGeom prst="roundRect">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marL="360045"/>
              <a:r>
                <a:rPr lang="ko-KR" altLang="en-US" dirty="0">
                  <a:cs typeface="+mn-ea"/>
                  <a:sym typeface="+mn-lt"/>
                </a:rPr>
                <a:t>시인의 생애 </a:t>
              </a:r>
            </a:p>
          </p:txBody>
        </p:sp>
        <p:sp>
          <p:nvSpPr>
            <p:cNvPr id="18" name="íşḻîḑê"/>
            <p:cNvSpPr/>
            <p:nvPr/>
          </p:nvSpPr>
          <p:spPr bwMode="auto">
            <a:xfrm>
              <a:off x="4770733" y="1233974"/>
              <a:ext cx="474800" cy="474800"/>
            </a:xfrm>
            <a:prstGeom prst="ellipse">
              <a:avLst/>
            </a:prstGeom>
            <a:solidFill>
              <a:schemeClr val="accent1"/>
            </a:solidFill>
            <a:ln w="50800" cmpd="sng">
              <a:solidFill>
                <a:schemeClr val="bg1"/>
              </a:solidFill>
            </a:ln>
          </p:spPr>
          <p:style>
            <a:lnRef idx="2">
              <a:schemeClr val="dk1"/>
            </a:lnRef>
            <a:fillRef idx="1">
              <a:schemeClr val="lt1"/>
            </a:fillRef>
            <a:effectRef idx="0">
              <a:schemeClr val="dk1"/>
            </a:effectRef>
            <a:fontRef idx="minor">
              <a:schemeClr val="dk1"/>
            </a:fontRef>
          </p:style>
          <p:txBody>
            <a:bodyPr wrap="none" rtlCol="0" anchor="ctr">
              <a:normAutofit/>
            </a:bodyPr>
            <a:lstStyle/>
            <a:p>
              <a:pPr algn="ctr"/>
              <a:r>
                <a:rPr lang="en-US" altLang="zh-CN" sz="1600" dirty="0">
                  <a:solidFill>
                    <a:schemeClr val="bg1"/>
                  </a:solidFill>
                  <a:cs typeface="+mn-ea"/>
                  <a:sym typeface="+mn-lt"/>
                </a:rPr>
                <a:t>03</a:t>
              </a:r>
              <a:endParaRPr lang="zh-CN" altLang="en-US" sz="1600" dirty="0">
                <a:solidFill>
                  <a:schemeClr val="bg1"/>
                </a:solidFill>
                <a:cs typeface="+mn-ea"/>
                <a:sym typeface="+mn-lt"/>
              </a:endParaRPr>
            </a:p>
          </p:txBody>
        </p:sp>
      </p:grpSp>
      <p:grpSp>
        <p:nvGrpSpPr>
          <p:cNvPr id="19" name="işlíḋé"/>
          <p:cNvGrpSpPr/>
          <p:nvPr/>
        </p:nvGrpSpPr>
        <p:grpSpPr>
          <a:xfrm>
            <a:off x="4714208" y="3594160"/>
            <a:ext cx="6749754" cy="663248"/>
            <a:chOff x="4770733" y="1139750"/>
            <a:chExt cx="6749754" cy="663248"/>
          </a:xfrm>
        </p:grpSpPr>
        <p:sp>
          <p:nvSpPr>
            <p:cNvPr id="20" name="îśḻïdé"/>
            <p:cNvSpPr/>
            <p:nvPr/>
          </p:nvSpPr>
          <p:spPr bwMode="auto">
            <a:xfrm>
              <a:off x="5008132" y="1139750"/>
              <a:ext cx="6512355" cy="663248"/>
            </a:xfrm>
            <a:prstGeom prst="roundRect">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marL="360045"/>
              <a:r>
                <a:rPr lang="ko-KR" altLang="en-US" dirty="0">
                  <a:cs typeface="+mn-ea"/>
                  <a:sym typeface="+mn-lt"/>
                </a:rPr>
                <a:t>십자가</a:t>
              </a:r>
              <a:endParaRPr lang="en-US" altLang="zh-CN" dirty="0">
                <a:cs typeface="+mn-ea"/>
                <a:sym typeface="+mn-lt"/>
              </a:endParaRPr>
            </a:p>
          </p:txBody>
        </p:sp>
        <p:sp>
          <p:nvSpPr>
            <p:cNvPr id="21" name="iŝ1íḋê"/>
            <p:cNvSpPr/>
            <p:nvPr/>
          </p:nvSpPr>
          <p:spPr bwMode="auto">
            <a:xfrm>
              <a:off x="4770733" y="1233974"/>
              <a:ext cx="474800" cy="474800"/>
            </a:xfrm>
            <a:prstGeom prst="ellipse">
              <a:avLst/>
            </a:prstGeom>
            <a:solidFill>
              <a:schemeClr val="accent1"/>
            </a:solidFill>
            <a:ln w="50800" cmpd="sng">
              <a:solidFill>
                <a:schemeClr val="bg1"/>
              </a:solidFill>
            </a:ln>
          </p:spPr>
          <p:style>
            <a:lnRef idx="2">
              <a:schemeClr val="dk1"/>
            </a:lnRef>
            <a:fillRef idx="1">
              <a:schemeClr val="lt1"/>
            </a:fillRef>
            <a:effectRef idx="0">
              <a:schemeClr val="dk1"/>
            </a:effectRef>
            <a:fontRef idx="minor">
              <a:schemeClr val="dk1"/>
            </a:fontRef>
          </p:style>
          <p:txBody>
            <a:bodyPr wrap="none" rtlCol="0" anchor="ctr">
              <a:normAutofit/>
            </a:bodyPr>
            <a:lstStyle/>
            <a:p>
              <a:pPr algn="ctr"/>
              <a:r>
                <a:rPr lang="en-US" altLang="zh-CN" sz="1600" dirty="0">
                  <a:solidFill>
                    <a:schemeClr val="bg1"/>
                  </a:solidFill>
                  <a:cs typeface="+mn-ea"/>
                  <a:sym typeface="+mn-lt"/>
                </a:rPr>
                <a:t>04</a:t>
              </a:r>
              <a:endParaRPr lang="zh-CN" altLang="en-US" sz="1600" dirty="0">
                <a:solidFill>
                  <a:schemeClr val="bg1"/>
                </a:solidFill>
                <a:cs typeface="+mn-ea"/>
                <a:sym typeface="+mn-lt"/>
              </a:endParaRPr>
            </a:p>
          </p:txBody>
        </p:sp>
      </p:grpSp>
      <p:grpSp>
        <p:nvGrpSpPr>
          <p:cNvPr id="2" name="işlíḋé"/>
          <p:cNvGrpSpPr/>
          <p:nvPr/>
        </p:nvGrpSpPr>
        <p:grpSpPr>
          <a:xfrm>
            <a:off x="4714208" y="4563907"/>
            <a:ext cx="6749754" cy="663248"/>
            <a:chOff x="4770733" y="1139750"/>
            <a:chExt cx="6749754" cy="663248"/>
          </a:xfrm>
        </p:grpSpPr>
        <p:sp>
          <p:nvSpPr>
            <p:cNvPr id="3" name="îśḻïdé"/>
            <p:cNvSpPr/>
            <p:nvPr/>
          </p:nvSpPr>
          <p:spPr bwMode="auto">
            <a:xfrm>
              <a:off x="5008132" y="1139750"/>
              <a:ext cx="6512355" cy="663248"/>
            </a:xfrm>
            <a:prstGeom prst="roundRect">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marL="360045"/>
              <a:r>
                <a:rPr lang="ko-KR" altLang="en-US" dirty="0">
                  <a:cs typeface="+mn-ea"/>
                  <a:sym typeface="+mn-lt"/>
                </a:rPr>
                <a:t>별 헤는 밤</a:t>
              </a:r>
              <a:endParaRPr lang="en-US" altLang="zh-CN" dirty="0">
                <a:cs typeface="+mn-ea"/>
                <a:sym typeface="+mn-lt"/>
              </a:endParaRPr>
            </a:p>
          </p:txBody>
        </p:sp>
        <p:sp>
          <p:nvSpPr>
            <p:cNvPr id="4" name="iŝ1íḋê"/>
            <p:cNvSpPr/>
            <p:nvPr/>
          </p:nvSpPr>
          <p:spPr bwMode="auto">
            <a:xfrm>
              <a:off x="4770733" y="1233974"/>
              <a:ext cx="474800" cy="474800"/>
            </a:xfrm>
            <a:prstGeom prst="ellipse">
              <a:avLst/>
            </a:prstGeom>
            <a:solidFill>
              <a:schemeClr val="accent1"/>
            </a:solidFill>
            <a:ln w="50800" cmpd="sng">
              <a:solidFill>
                <a:schemeClr val="bg1"/>
              </a:solidFill>
            </a:ln>
          </p:spPr>
          <p:style>
            <a:lnRef idx="2">
              <a:schemeClr val="dk1"/>
            </a:lnRef>
            <a:fillRef idx="1">
              <a:schemeClr val="lt1"/>
            </a:fillRef>
            <a:effectRef idx="0">
              <a:schemeClr val="dk1"/>
            </a:effectRef>
            <a:fontRef idx="minor">
              <a:schemeClr val="dk1"/>
            </a:fontRef>
          </p:style>
          <p:txBody>
            <a:bodyPr wrap="none" rtlCol="0" anchor="ctr">
              <a:normAutofit/>
            </a:bodyPr>
            <a:lstStyle/>
            <a:p>
              <a:pPr algn="ctr"/>
              <a:r>
                <a:rPr lang="en-US" altLang="zh-CN" sz="1600" dirty="0">
                  <a:solidFill>
                    <a:schemeClr val="bg1"/>
                  </a:solidFill>
                  <a:cs typeface="+mn-ea"/>
                  <a:sym typeface="+mn-lt"/>
                </a:rPr>
                <a:t>05</a:t>
              </a:r>
              <a:endParaRPr lang="zh-CN" altLang="en-US" sz="1600" dirty="0">
                <a:solidFill>
                  <a:schemeClr val="bg1"/>
                </a:solidFill>
                <a:cs typeface="+mn-ea"/>
                <a:sym typeface="+mn-lt"/>
              </a:endParaRPr>
            </a:p>
          </p:txBody>
        </p:sp>
      </p:grpSp>
      <p:grpSp>
        <p:nvGrpSpPr>
          <p:cNvPr id="22" name="işlíḋé">
            <a:extLst>
              <a:ext uri="{FF2B5EF4-FFF2-40B4-BE49-F238E27FC236}">
                <a16:creationId xmlns:a16="http://schemas.microsoft.com/office/drawing/2014/main" id="{3A03A88D-10FB-479A-9562-72F61C5E7065}"/>
              </a:ext>
            </a:extLst>
          </p:cNvPr>
          <p:cNvGrpSpPr/>
          <p:nvPr/>
        </p:nvGrpSpPr>
        <p:grpSpPr>
          <a:xfrm>
            <a:off x="4714208" y="5533654"/>
            <a:ext cx="6749754" cy="663248"/>
            <a:chOff x="4770733" y="1139750"/>
            <a:chExt cx="6749754" cy="663248"/>
          </a:xfrm>
        </p:grpSpPr>
        <p:sp>
          <p:nvSpPr>
            <p:cNvPr id="23" name="îśḻïdé">
              <a:extLst>
                <a:ext uri="{FF2B5EF4-FFF2-40B4-BE49-F238E27FC236}">
                  <a16:creationId xmlns:a16="http://schemas.microsoft.com/office/drawing/2014/main" id="{4EA980CE-D520-4BF3-901D-86EFD6ED56EB}"/>
                </a:ext>
              </a:extLst>
            </p:cNvPr>
            <p:cNvSpPr/>
            <p:nvPr/>
          </p:nvSpPr>
          <p:spPr bwMode="auto">
            <a:xfrm>
              <a:off x="5008132" y="1139750"/>
              <a:ext cx="6512355" cy="663248"/>
            </a:xfrm>
            <a:prstGeom prst="roundRect">
              <a:avLst/>
            </a:prstGeom>
            <a:solidFill>
              <a:schemeClr val="bg1">
                <a:lumMod val="95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marL="360045"/>
              <a:r>
                <a:rPr lang="ko-KR" altLang="en-US" dirty="0">
                  <a:cs typeface="+mn-ea"/>
                  <a:sym typeface="+mn-lt"/>
                </a:rPr>
                <a:t>서시</a:t>
              </a:r>
              <a:endParaRPr lang="en-US" altLang="zh-CN" dirty="0">
                <a:cs typeface="+mn-ea"/>
                <a:sym typeface="+mn-lt"/>
              </a:endParaRPr>
            </a:p>
          </p:txBody>
        </p:sp>
        <p:sp>
          <p:nvSpPr>
            <p:cNvPr id="24" name="iŝ1íḋê">
              <a:extLst>
                <a:ext uri="{FF2B5EF4-FFF2-40B4-BE49-F238E27FC236}">
                  <a16:creationId xmlns:a16="http://schemas.microsoft.com/office/drawing/2014/main" id="{5994C0FE-67F1-4986-9EC5-75B59863AC2C}"/>
                </a:ext>
              </a:extLst>
            </p:cNvPr>
            <p:cNvSpPr/>
            <p:nvPr/>
          </p:nvSpPr>
          <p:spPr bwMode="auto">
            <a:xfrm>
              <a:off x="4770733" y="1233974"/>
              <a:ext cx="474800" cy="474800"/>
            </a:xfrm>
            <a:prstGeom prst="ellipse">
              <a:avLst/>
            </a:prstGeom>
            <a:solidFill>
              <a:schemeClr val="accent1"/>
            </a:solidFill>
            <a:ln w="50800" cmpd="sng">
              <a:solidFill>
                <a:schemeClr val="bg1"/>
              </a:solidFill>
            </a:ln>
          </p:spPr>
          <p:style>
            <a:lnRef idx="2">
              <a:schemeClr val="dk1"/>
            </a:lnRef>
            <a:fillRef idx="1">
              <a:schemeClr val="lt1"/>
            </a:fillRef>
            <a:effectRef idx="0">
              <a:schemeClr val="dk1"/>
            </a:effectRef>
            <a:fontRef idx="minor">
              <a:schemeClr val="dk1"/>
            </a:fontRef>
          </p:style>
          <p:txBody>
            <a:bodyPr wrap="none" rtlCol="0" anchor="ctr">
              <a:normAutofit/>
            </a:bodyPr>
            <a:lstStyle/>
            <a:p>
              <a:pPr algn="ctr"/>
              <a:r>
                <a:rPr lang="en-US" altLang="zh-CN" sz="1600" dirty="0">
                  <a:solidFill>
                    <a:schemeClr val="bg1"/>
                  </a:solidFill>
                  <a:cs typeface="+mn-ea"/>
                  <a:sym typeface="+mn-lt"/>
                </a:rPr>
                <a:t>06</a:t>
              </a:r>
              <a:endParaRPr lang="zh-CN" altLang="en-US" sz="1600" dirty="0">
                <a:solidFill>
                  <a:schemeClr val="bg1"/>
                </a:solidFill>
                <a:cs typeface="+mn-ea"/>
                <a:sym typeface="+mn-l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24430" y="2165350"/>
            <a:ext cx="4556760" cy="803910"/>
          </a:xfrm>
        </p:spPr>
        <p:txBody>
          <a:bodyPr/>
          <a:lstStyle/>
          <a:p>
            <a:pPr algn="r"/>
            <a:r>
              <a:rPr lang="ko-KR" altLang="zh-CN" sz="3600" dirty="0">
                <a:latin typeface="+mn-lt"/>
                <a:ea typeface="+mn-ea"/>
                <a:cs typeface="+mn-ea"/>
                <a:sym typeface="+mn-lt"/>
              </a:rPr>
              <a:t>시인소개</a:t>
            </a:r>
            <a:endParaRPr lang="ko-KR" altLang="zh-CN" sz="3600" b="0" dirty="0">
              <a:latin typeface="+mn-lt"/>
              <a:ea typeface="+mn-ea"/>
              <a:cs typeface="+mn-ea"/>
              <a:sym typeface="+mn-lt"/>
            </a:endParaRPr>
          </a:p>
        </p:txBody>
      </p:sp>
      <p:sp>
        <p:nvSpPr>
          <p:cNvPr id="3" name="文本占位符 2"/>
          <p:cNvSpPr>
            <a:spLocks noGrp="1"/>
          </p:cNvSpPr>
          <p:nvPr>
            <p:ph type="body" idx="1"/>
          </p:nvPr>
        </p:nvSpPr>
        <p:spPr/>
        <p:txBody>
          <a:bodyPr/>
          <a:lstStyle/>
          <a:p>
            <a:pPr lvl="0">
              <a:lnSpc>
                <a:spcPct val="100000"/>
              </a:lnSpc>
              <a:spcBef>
                <a:spcPts val="1000"/>
              </a:spcBef>
            </a:pPr>
            <a:r>
              <a:rPr lang="en-US" altLang="zh-CN" dirty="0">
                <a:cs typeface="+mn-ea"/>
                <a:sym typeface="+mn-lt"/>
              </a:rPr>
              <a:t>.</a:t>
            </a:r>
            <a:endParaRPr lang="zh-CN" altLang="en-US" dirty="0">
              <a:cs typeface="+mn-ea"/>
              <a:sym typeface="+mn-lt"/>
            </a:endParaRPr>
          </a:p>
        </p:txBody>
      </p:sp>
      <p:pic>
        <p:nvPicPr>
          <p:cNvPr id="8" name="图片占位符 7" descr="C:\Users\64956\Desktop\t01429b8e4c2e4d1796.jpgt01429b8e4c2e4d1796"/>
          <p:cNvPicPr>
            <a:picLocks noGrp="1" noChangeAspect="1"/>
          </p:cNvPicPr>
          <p:nvPr>
            <p:ph type="pic" sz="quarter" idx="10"/>
          </p:nvPr>
        </p:nvPicPr>
        <p:blipFill>
          <a:blip r:embed="rId2"/>
          <a:srcRect/>
          <a:stretch>
            <a:fillRect/>
          </a:stretch>
        </p:blipFill>
        <p:spPr>
          <a:xfrm>
            <a:off x="9203690" y="2176780"/>
            <a:ext cx="1499235" cy="1936115"/>
          </a:xfrm>
        </p:spPr>
      </p:pic>
      <p:sp>
        <p:nvSpPr>
          <p:cNvPr id="5" name="文本框 4"/>
          <p:cNvSpPr txBox="1"/>
          <p:nvPr/>
        </p:nvSpPr>
        <p:spPr>
          <a:xfrm>
            <a:off x="7167105" y="2091203"/>
            <a:ext cx="1023516" cy="889909"/>
          </a:xfrm>
          <a:prstGeom prst="rect">
            <a:avLst/>
          </a:prstGeom>
          <a:noFill/>
          <a:ln w="117475">
            <a:noFill/>
          </a:ln>
        </p:spPr>
        <p:txBody>
          <a:bodyPr wrap="none" rtlCol="0">
            <a:prstTxWarp prst="textPlain">
              <a:avLst/>
            </a:prstTxWarp>
            <a:spAutoFit/>
          </a:bodyPr>
          <a:lstStyle/>
          <a:p>
            <a:r>
              <a:rPr lang="en-US" altLang="zh-CN" spc="100" dirty="0">
                <a:solidFill>
                  <a:schemeClr val="accent1"/>
                </a:solidFill>
                <a:cs typeface="+mn-ea"/>
                <a:sym typeface="+mn-lt"/>
              </a:rPr>
              <a:t>/01</a:t>
            </a:r>
            <a:endParaRPr lang="zh-CN" altLang="en-US" spc="100" dirty="0">
              <a:solidFill>
                <a:schemeClr val="accent1"/>
              </a:solidFill>
              <a:cs typeface="+mn-ea"/>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DD3DB80-B894-403A-B48E-6FDC1A72010E}" type="slidenum">
              <a:rPr lang="zh-CN" altLang="en-US" smtClean="0">
                <a:cs typeface="+mn-ea"/>
                <a:sym typeface="+mn-lt"/>
              </a:rPr>
              <a:t>4</a:t>
            </a:fld>
            <a:endParaRPr lang="zh-CN" altLang="en-US">
              <a:cs typeface="+mn-ea"/>
              <a:sym typeface="+mn-lt"/>
            </a:endParaRPr>
          </a:p>
        </p:txBody>
      </p:sp>
      <p:sp>
        <p:nvSpPr>
          <p:cNvPr id="27" name="文本框 26"/>
          <p:cNvSpPr txBox="1"/>
          <p:nvPr/>
        </p:nvSpPr>
        <p:spPr>
          <a:xfrm>
            <a:off x="6785429" y="1929584"/>
            <a:ext cx="2540000" cy="3138170"/>
          </a:xfrm>
          <a:prstGeom prst="rect">
            <a:avLst/>
          </a:prstGeom>
          <a:noFill/>
        </p:spPr>
        <p:txBody>
          <a:bodyPr wrap="square" rtlCol="0" anchor="t">
            <a:spAutoFit/>
          </a:bodyPr>
          <a:lstStyle/>
          <a:p>
            <a:endParaRPr lang="zh-CN" altLang="en-US" dirty="0">
              <a:cs typeface="+mn-ea"/>
              <a:sym typeface="+mn-lt"/>
            </a:endParaRPr>
          </a:p>
          <a:p>
            <a:r>
              <a:rPr lang="zh-CN" altLang="en-US" dirty="0">
                <a:cs typeface="+mn-ea"/>
                <a:sym typeface="+mn-lt"/>
              </a:rPr>
              <a:t>윤동주 시인, 독립운동가</a:t>
            </a:r>
          </a:p>
          <a:p>
            <a:r>
              <a:rPr lang="zh-CN" altLang="en-US" dirty="0">
                <a:cs typeface="+mn-ea"/>
                <a:sym typeface="+mn-lt"/>
              </a:rPr>
              <a:t>출생-사망</a:t>
            </a:r>
          </a:p>
          <a:p>
            <a:r>
              <a:rPr lang="zh-CN" altLang="en-US" dirty="0">
                <a:cs typeface="+mn-ea"/>
                <a:sym typeface="+mn-lt"/>
              </a:rPr>
              <a:t>1917년 12월 30일 - 1945년 2월 16일</a:t>
            </a:r>
          </a:p>
          <a:p>
            <a:r>
              <a:rPr lang="zh-CN" altLang="en-US" dirty="0">
                <a:cs typeface="+mn-ea"/>
                <a:sym typeface="+mn-lt"/>
              </a:rPr>
              <a:t>가족</a:t>
            </a:r>
          </a:p>
          <a:p>
            <a:r>
              <a:rPr lang="zh-CN" altLang="en-US" dirty="0">
                <a:cs typeface="+mn-ea"/>
                <a:sym typeface="+mn-lt"/>
              </a:rPr>
              <a:t>동생 윤일주</a:t>
            </a:r>
          </a:p>
          <a:p>
            <a:r>
              <a:rPr lang="zh-CN" altLang="en-US" dirty="0">
                <a:cs typeface="+mn-ea"/>
                <a:sym typeface="+mn-lt"/>
              </a:rPr>
              <a:t>관련정보</a:t>
            </a:r>
          </a:p>
          <a:p>
            <a:r>
              <a:rPr lang="zh-CN" altLang="en-US" dirty="0">
                <a:cs typeface="+mn-ea"/>
                <a:sym typeface="+mn-lt"/>
              </a:rPr>
              <a:t>네이버[오디오클립] - 윤동주 시 100선</a:t>
            </a:r>
          </a:p>
        </p:txBody>
      </p:sp>
      <p:pic>
        <p:nvPicPr>
          <p:cNvPr id="28" name="图片 27" descr="common"/>
          <p:cNvPicPr>
            <a:picLocks noChangeAspect="1"/>
          </p:cNvPicPr>
          <p:nvPr/>
        </p:nvPicPr>
        <p:blipFill>
          <a:blip r:embed="rId2"/>
          <a:stretch>
            <a:fillRect/>
          </a:stretch>
        </p:blipFill>
        <p:spPr>
          <a:xfrm>
            <a:off x="2674711" y="1801812"/>
            <a:ext cx="3163570" cy="3583305"/>
          </a:xfrm>
          <a:prstGeom prst="rect">
            <a:avLst/>
          </a:prstGeom>
        </p:spPr>
      </p:pic>
      <p:sp>
        <p:nvSpPr>
          <p:cNvPr id="8" name="矩形 7">
            <a:extLst>
              <a:ext uri="{FF2B5EF4-FFF2-40B4-BE49-F238E27FC236}">
                <a16:creationId xmlns:a16="http://schemas.microsoft.com/office/drawing/2014/main" id="{848F69C4-8F9B-4B81-A285-6DDCA8116782}"/>
              </a:ext>
            </a:extLst>
          </p:cNvPr>
          <p:cNvSpPr/>
          <p:nvPr/>
        </p:nvSpPr>
        <p:spPr>
          <a:xfrm>
            <a:off x="0" y="444137"/>
            <a:ext cx="2086338" cy="60089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流程图: 过程 8">
            <a:extLst>
              <a:ext uri="{FF2B5EF4-FFF2-40B4-BE49-F238E27FC236}">
                <a16:creationId xmlns:a16="http://schemas.microsoft.com/office/drawing/2014/main" id="{277ABA01-C25D-43FE-B24E-05DBA477B2C7}"/>
              </a:ext>
            </a:extLst>
          </p:cNvPr>
          <p:cNvSpPr/>
          <p:nvPr/>
        </p:nvSpPr>
        <p:spPr>
          <a:xfrm>
            <a:off x="0" y="339634"/>
            <a:ext cx="1994263" cy="590024"/>
          </a:xfrm>
          <a:prstGeom prst="flowChart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b="1" dirty="0">
                <a:cs typeface="+mn-ea"/>
                <a:sym typeface="+mn-lt"/>
              </a:rPr>
              <a:t>시인소개</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24430" y="2165350"/>
            <a:ext cx="4556760" cy="803910"/>
          </a:xfrm>
        </p:spPr>
        <p:txBody>
          <a:bodyPr>
            <a:normAutofit/>
          </a:bodyPr>
          <a:lstStyle/>
          <a:p>
            <a:pPr algn="r"/>
            <a:r>
              <a:rPr lang="ko-KR" altLang="en-US" sz="3600" dirty="0">
                <a:latin typeface="+mn-lt"/>
                <a:ea typeface="+mn-ea"/>
                <a:cs typeface="+mn-ea"/>
                <a:sym typeface="+mn-lt"/>
              </a:rPr>
              <a:t>시인의 역사적 배경</a:t>
            </a:r>
            <a:endParaRPr lang="ko-KR" altLang="zh-CN" sz="3600" b="0" dirty="0">
              <a:latin typeface="+mn-lt"/>
              <a:ea typeface="+mn-ea"/>
              <a:cs typeface="+mn-ea"/>
              <a:sym typeface="+mn-lt"/>
            </a:endParaRPr>
          </a:p>
        </p:txBody>
      </p:sp>
      <p:sp>
        <p:nvSpPr>
          <p:cNvPr id="3" name="文本占位符 2"/>
          <p:cNvSpPr>
            <a:spLocks noGrp="1"/>
          </p:cNvSpPr>
          <p:nvPr>
            <p:ph type="body" idx="1"/>
          </p:nvPr>
        </p:nvSpPr>
        <p:spPr/>
        <p:txBody>
          <a:bodyPr/>
          <a:lstStyle/>
          <a:p>
            <a:pPr lvl="0">
              <a:lnSpc>
                <a:spcPct val="100000"/>
              </a:lnSpc>
              <a:spcBef>
                <a:spcPts val="1000"/>
              </a:spcBef>
            </a:pPr>
            <a:r>
              <a:rPr lang="en-US" altLang="zh-CN" dirty="0">
                <a:cs typeface="+mn-ea"/>
                <a:sym typeface="+mn-lt"/>
              </a:rPr>
              <a:t>.</a:t>
            </a:r>
            <a:endParaRPr lang="zh-CN" altLang="en-US" dirty="0">
              <a:cs typeface="+mn-ea"/>
              <a:sym typeface="+mn-lt"/>
            </a:endParaRPr>
          </a:p>
        </p:txBody>
      </p:sp>
      <p:pic>
        <p:nvPicPr>
          <p:cNvPr id="8" name="图片占位符 7" descr="C:\Users\64956\Desktop\t01429b8e4c2e4d1796.jpgt01429b8e4c2e4d1796"/>
          <p:cNvPicPr>
            <a:picLocks noGrp="1" noChangeAspect="1"/>
          </p:cNvPicPr>
          <p:nvPr>
            <p:ph type="pic" sz="quarter" idx="10"/>
          </p:nvPr>
        </p:nvPicPr>
        <p:blipFill>
          <a:blip r:embed="rId2"/>
          <a:srcRect/>
          <a:stretch>
            <a:fillRect/>
          </a:stretch>
        </p:blipFill>
        <p:spPr>
          <a:xfrm>
            <a:off x="9203690" y="2176780"/>
            <a:ext cx="1499235" cy="1936115"/>
          </a:xfrm>
        </p:spPr>
      </p:pic>
      <p:sp>
        <p:nvSpPr>
          <p:cNvPr id="5" name="文本框 4"/>
          <p:cNvSpPr txBox="1"/>
          <p:nvPr/>
        </p:nvSpPr>
        <p:spPr>
          <a:xfrm>
            <a:off x="7167105" y="2091203"/>
            <a:ext cx="1023516" cy="889909"/>
          </a:xfrm>
          <a:prstGeom prst="rect">
            <a:avLst/>
          </a:prstGeom>
          <a:noFill/>
          <a:ln w="117475">
            <a:noFill/>
          </a:ln>
        </p:spPr>
        <p:txBody>
          <a:bodyPr wrap="none" rtlCol="0">
            <a:prstTxWarp prst="textPlain">
              <a:avLst/>
            </a:prstTxWarp>
            <a:spAutoFit/>
          </a:bodyPr>
          <a:lstStyle/>
          <a:p>
            <a:r>
              <a:rPr lang="en-US" altLang="zh-CN" spc="100" dirty="0">
                <a:solidFill>
                  <a:schemeClr val="accent1"/>
                </a:solidFill>
                <a:cs typeface="+mn-ea"/>
                <a:sym typeface="+mn-lt"/>
              </a:rPr>
              <a:t>/02</a:t>
            </a:r>
            <a:endParaRPr lang="zh-CN" altLang="en-US" spc="100" dirty="0">
              <a:solidFill>
                <a:schemeClr val="accent1"/>
              </a:solidFill>
              <a:cs typeface="+mn-ea"/>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DD3DB80-B894-403A-B48E-6FDC1A72010E}" type="slidenum">
              <a:rPr lang="zh-CN" altLang="en-US" smtClean="0">
                <a:cs typeface="+mn-ea"/>
                <a:sym typeface="+mn-lt"/>
              </a:rPr>
              <a:t>6</a:t>
            </a:fld>
            <a:endParaRPr lang="zh-CN" altLang="en-US">
              <a:cs typeface="+mn-ea"/>
              <a:sym typeface="+mn-lt"/>
            </a:endParaRPr>
          </a:p>
        </p:txBody>
      </p:sp>
      <p:sp>
        <p:nvSpPr>
          <p:cNvPr id="22" name="矩形 21">
            <a:extLst>
              <a:ext uri="{FF2B5EF4-FFF2-40B4-BE49-F238E27FC236}">
                <a16:creationId xmlns:a16="http://schemas.microsoft.com/office/drawing/2014/main" id="{2A8D9F71-726F-4265-93BC-07634A7D53B2}"/>
              </a:ext>
            </a:extLst>
          </p:cNvPr>
          <p:cNvSpPr/>
          <p:nvPr/>
        </p:nvSpPr>
        <p:spPr>
          <a:xfrm>
            <a:off x="0" y="444137"/>
            <a:ext cx="2086338" cy="60089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流程图: 过程 24">
            <a:extLst>
              <a:ext uri="{FF2B5EF4-FFF2-40B4-BE49-F238E27FC236}">
                <a16:creationId xmlns:a16="http://schemas.microsoft.com/office/drawing/2014/main" id="{E6C36B83-34FB-4D96-AE01-163051F489B3}"/>
              </a:ext>
            </a:extLst>
          </p:cNvPr>
          <p:cNvSpPr/>
          <p:nvPr/>
        </p:nvSpPr>
        <p:spPr>
          <a:xfrm>
            <a:off x="0" y="339634"/>
            <a:ext cx="1994263" cy="590024"/>
          </a:xfrm>
          <a:prstGeom prst="flowChart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b="1" dirty="0">
                <a:cs typeface="+mn-ea"/>
                <a:sym typeface="+mn-lt"/>
              </a:rPr>
              <a:t>역사적 배경</a:t>
            </a:r>
          </a:p>
        </p:txBody>
      </p:sp>
      <p:grpSp>
        <p:nvGrpSpPr>
          <p:cNvPr id="31" name="组合 30">
            <a:extLst>
              <a:ext uri="{FF2B5EF4-FFF2-40B4-BE49-F238E27FC236}">
                <a16:creationId xmlns:a16="http://schemas.microsoft.com/office/drawing/2014/main" id="{919BDABD-99C7-4039-B3EE-1485602E870C}"/>
              </a:ext>
            </a:extLst>
          </p:cNvPr>
          <p:cNvGrpSpPr/>
          <p:nvPr/>
        </p:nvGrpSpPr>
        <p:grpSpPr>
          <a:xfrm>
            <a:off x="204479" y="1948222"/>
            <a:ext cx="11783041" cy="4713835"/>
            <a:chOff x="204479" y="2052725"/>
            <a:chExt cx="11783041" cy="4713835"/>
          </a:xfrm>
        </p:grpSpPr>
        <p:grpSp>
          <p:nvGrpSpPr>
            <p:cNvPr id="30" name="组合 29">
              <a:extLst>
                <a:ext uri="{FF2B5EF4-FFF2-40B4-BE49-F238E27FC236}">
                  <a16:creationId xmlns:a16="http://schemas.microsoft.com/office/drawing/2014/main" id="{90FFF4D0-6FFF-4128-B4A8-0B544DAB13C3}"/>
                </a:ext>
              </a:extLst>
            </p:cNvPr>
            <p:cNvGrpSpPr/>
            <p:nvPr/>
          </p:nvGrpSpPr>
          <p:grpSpPr>
            <a:xfrm>
              <a:off x="204479" y="2052725"/>
              <a:ext cx="11783041" cy="4713835"/>
              <a:chOff x="204479" y="2052725"/>
              <a:chExt cx="11783041" cy="4713835"/>
            </a:xfrm>
          </p:grpSpPr>
          <p:grpSp>
            <p:nvGrpSpPr>
              <p:cNvPr id="5" name="4f89c324-0ada-4edd-8b9a-795a75559d2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04479" y="2052725"/>
                <a:ext cx="11783041" cy="4713835"/>
                <a:chOff x="964581" y="2197608"/>
                <a:chExt cx="10262839" cy="4105673"/>
              </a:xfrm>
            </p:grpSpPr>
            <p:sp>
              <p:nvSpPr>
                <p:cNvPr id="6" name="îslídê"/>
                <p:cNvSpPr/>
                <p:nvPr/>
              </p:nvSpPr>
              <p:spPr>
                <a:xfrm>
                  <a:off x="964581" y="2197608"/>
                  <a:ext cx="2565710" cy="2519888"/>
                </a:xfrm>
                <a:prstGeom prst="flowChartManualInput">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7" name="iS1îḋe"/>
                <p:cNvSpPr/>
                <p:nvPr/>
              </p:nvSpPr>
              <p:spPr>
                <a:xfrm>
                  <a:off x="964581" y="2433112"/>
                  <a:ext cx="2565710" cy="3870169"/>
                </a:xfrm>
                <a:prstGeom prst="flowChartManualInput">
                  <a:avLst/>
                </a:prstGeom>
                <a:solidFill>
                  <a:schemeClr val="tx2">
                    <a:lumMod val="20000"/>
                    <a:lumOff val="80000"/>
                  </a:schemeClr>
                </a:solidFill>
                <a:ln w="762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8" name="îṡḷiḓe"/>
                <p:cNvSpPr/>
                <p:nvPr/>
              </p:nvSpPr>
              <p:spPr>
                <a:xfrm flipH="1">
                  <a:off x="3530291" y="2197608"/>
                  <a:ext cx="2565710" cy="2519888"/>
                </a:xfrm>
                <a:prstGeom prst="flowChartManualInput">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9" name="ï$ļiḋé"/>
                <p:cNvSpPr/>
                <p:nvPr/>
              </p:nvSpPr>
              <p:spPr>
                <a:xfrm flipH="1">
                  <a:off x="3530291" y="2433112"/>
                  <a:ext cx="2565710" cy="3870168"/>
                </a:xfrm>
                <a:prstGeom prst="flowChartManualInput">
                  <a:avLst/>
                </a:prstGeom>
                <a:solidFill>
                  <a:schemeClr val="tx2">
                    <a:lumMod val="40000"/>
                    <a:lumOff val="60000"/>
                  </a:schemeClr>
                </a:solidFill>
                <a:ln w="762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0" name="iśḷiḋè"/>
                <p:cNvSpPr/>
                <p:nvPr/>
              </p:nvSpPr>
              <p:spPr>
                <a:xfrm>
                  <a:off x="6096001" y="2197608"/>
                  <a:ext cx="2565710" cy="2519888"/>
                </a:xfrm>
                <a:prstGeom prst="flowChartManualInput">
                  <a:avLst/>
                </a:pr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1" name="ï$ḻïďé"/>
                <p:cNvSpPr/>
                <p:nvPr/>
              </p:nvSpPr>
              <p:spPr>
                <a:xfrm>
                  <a:off x="6096001" y="2433112"/>
                  <a:ext cx="2565710" cy="3870168"/>
                </a:xfrm>
                <a:prstGeom prst="flowChartManualInput">
                  <a:avLst/>
                </a:prstGeom>
                <a:solidFill>
                  <a:schemeClr val="tx2">
                    <a:lumMod val="20000"/>
                    <a:lumOff val="8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12" name="íś1îḑê"/>
                <p:cNvSpPr/>
                <p:nvPr/>
              </p:nvSpPr>
              <p:spPr>
                <a:xfrm flipH="1">
                  <a:off x="8661710" y="2197608"/>
                  <a:ext cx="2565710" cy="2519888"/>
                </a:xfrm>
                <a:prstGeom prst="flowChartManualInput">
                  <a:avLst/>
                </a:prstGeom>
                <a:solidFill>
                  <a:schemeClr val="accent3"/>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3" name="iṡļïḋè"/>
                <p:cNvSpPr/>
                <p:nvPr/>
              </p:nvSpPr>
              <p:spPr>
                <a:xfrm flipH="1">
                  <a:off x="8661708" y="2433112"/>
                  <a:ext cx="2565710" cy="3870168"/>
                </a:xfrm>
                <a:prstGeom prst="flowChartManualInput">
                  <a:avLst/>
                </a:prstGeom>
                <a:solidFill>
                  <a:schemeClr val="tx2">
                    <a:lumMod val="40000"/>
                    <a:lumOff val="60000"/>
                  </a:schemeClr>
                </a:solidFill>
                <a:ln w="7620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4" name="îṧḷiḍe"/>
                <p:cNvSpPr/>
                <p:nvPr/>
              </p:nvSpPr>
              <p:spPr bwMode="auto">
                <a:xfrm>
                  <a:off x="2541066" y="2763000"/>
                  <a:ext cx="684000" cy="576000"/>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accent3"/>
                </a:solidFill>
                <a:ln>
                  <a:noFill/>
                </a:ln>
              </p:spPr>
              <p:txBody>
                <a:bodyPr anchor="ctr"/>
                <a:lstStyle/>
                <a:p>
                  <a:pPr algn="ctr"/>
                  <a:endParaRPr>
                    <a:cs typeface="+mn-ea"/>
                    <a:sym typeface="+mn-lt"/>
                  </a:endParaRPr>
                </a:p>
              </p:txBody>
            </p:sp>
            <p:sp>
              <p:nvSpPr>
                <p:cNvPr id="15" name="iṡḻíḋê"/>
                <p:cNvSpPr/>
                <p:nvPr/>
              </p:nvSpPr>
              <p:spPr bwMode="auto">
                <a:xfrm>
                  <a:off x="8971340" y="2763000"/>
                  <a:ext cx="684000" cy="576000"/>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accent4"/>
                </a:solidFill>
                <a:ln>
                  <a:noFill/>
                </a:ln>
              </p:spPr>
              <p:txBody>
                <a:bodyPr anchor="ctr"/>
                <a:lstStyle/>
                <a:p>
                  <a:pPr algn="ctr"/>
                  <a:endParaRPr>
                    <a:cs typeface="+mn-ea"/>
                    <a:sym typeface="+mn-lt"/>
                  </a:endParaRPr>
                </a:p>
              </p:txBody>
            </p:sp>
            <p:sp>
              <p:nvSpPr>
                <p:cNvPr id="16" name="iSḷïďe"/>
                <p:cNvSpPr/>
                <p:nvPr/>
              </p:nvSpPr>
              <p:spPr bwMode="auto">
                <a:xfrm>
                  <a:off x="3761510" y="2763000"/>
                  <a:ext cx="684000" cy="576000"/>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accent1"/>
                </a:solidFill>
                <a:ln>
                  <a:noFill/>
                </a:ln>
              </p:spPr>
              <p:txBody>
                <a:bodyPr anchor="ctr"/>
                <a:lstStyle/>
                <a:p>
                  <a:pPr algn="ctr"/>
                  <a:endParaRPr>
                    <a:cs typeface="+mn-ea"/>
                    <a:sym typeface="+mn-lt"/>
                  </a:endParaRPr>
                </a:p>
              </p:txBody>
            </p:sp>
            <p:sp>
              <p:nvSpPr>
                <p:cNvPr id="17" name="iṥľiďè"/>
                <p:cNvSpPr/>
                <p:nvPr/>
              </p:nvSpPr>
              <p:spPr bwMode="auto">
                <a:xfrm>
                  <a:off x="7755202" y="2763000"/>
                  <a:ext cx="684000" cy="576000"/>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accent2"/>
                </a:solidFill>
                <a:ln>
                  <a:noFill/>
                </a:ln>
              </p:spPr>
              <p:txBody>
                <a:bodyPr anchor="ctr"/>
                <a:lstStyle/>
                <a:p>
                  <a:pPr algn="ctr"/>
                  <a:endParaRPr>
                    <a:cs typeface="+mn-ea"/>
                    <a:sym typeface="+mn-lt"/>
                  </a:endParaRPr>
                </a:p>
              </p:txBody>
            </p:sp>
            <p:sp>
              <p:nvSpPr>
                <p:cNvPr id="23" name="ïṥḻíďe"/>
                <p:cNvSpPr txBox="1"/>
                <p:nvPr/>
              </p:nvSpPr>
              <p:spPr bwMode="auto">
                <a:xfrm>
                  <a:off x="6167379" y="3583920"/>
                  <a:ext cx="2422954" cy="2006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spcBef>
                      <a:spcPct val="0"/>
                    </a:spcBef>
                  </a:pPr>
                  <a:endParaRPr lang="en-US" altLang="zh-CN" sz="1600" dirty="0">
                    <a:cs typeface="+mn-ea"/>
                    <a:sym typeface="+mn-lt"/>
                  </a:endParaRPr>
                </a:p>
              </p:txBody>
            </p:sp>
            <p:sp>
              <p:nvSpPr>
                <p:cNvPr id="24" name="íśliḍê"/>
                <p:cNvSpPr/>
                <p:nvPr/>
              </p:nvSpPr>
              <p:spPr bwMode="auto">
                <a:xfrm>
                  <a:off x="8723690" y="3453643"/>
                  <a:ext cx="2440319" cy="205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30000"/>
                    </a:lnSpc>
                  </a:pPr>
                  <a:r>
                    <a:rPr lang="ko-KR" altLang="en-US" sz="1400" dirty="0">
                      <a:latin typeface="+mn-ea"/>
                      <a:cs typeface="+mn-ea"/>
                      <a:sym typeface="+mn-lt"/>
                    </a:rPr>
                    <a:t>협력그러나 시인이 그들에게 굴복하지 않고 홀로 시 창작을 시작하여 민족의식을 바탕으로 반항의식을 담은 시를 만들었으니 그의 존재의   의미는 매우각별하다</a:t>
                  </a:r>
                  <a:r>
                    <a:rPr lang="en-US" altLang="ko-KR" sz="1400" dirty="0">
                      <a:latin typeface="+mn-ea"/>
                      <a:cs typeface="+mn-ea"/>
                      <a:sym typeface="+mn-lt"/>
                    </a:rPr>
                    <a:t>.</a:t>
                  </a:r>
                </a:p>
              </p:txBody>
            </p:sp>
          </p:grpSp>
          <p:sp>
            <p:nvSpPr>
              <p:cNvPr id="27" name="矩形 26">
                <a:extLst>
                  <a:ext uri="{FF2B5EF4-FFF2-40B4-BE49-F238E27FC236}">
                    <a16:creationId xmlns:a16="http://schemas.microsoft.com/office/drawing/2014/main" id="{8AC208B2-5AD8-49B5-BFE1-34E099B34E2B}"/>
                  </a:ext>
                </a:extLst>
              </p:cNvPr>
              <p:cNvSpPr/>
              <p:nvPr/>
            </p:nvSpPr>
            <p:spPr>
              <a:xfrm>
                <a:off x="6218324" y="3494813"/>
                <a:ext cx="2752274" cy="2962029"/>
              </a:xfrm>
              <a:prstGeom prst="rect">
                <a:avLst/>
              </a:prstGeom>
            </p:spPr>
            <p:txBody>
              <a:bodyPr wrap="square">
                <a:spAutoFit/>
              </a:bodyPr>
              <a:lstStyle/>
              <a:p>
                <a:pPr>
                  <a:lnSpc>
                    <a:spcPct val="150000"/>
                  </a:lnSpc>
                  <a:spcBef>
                    <a:spcPct val="0"/>
                  </a:spcBef>
                </a:pPr>
                <a:r>
                  <a:rPr lang="en-US" altLang="ko-KR" sz="1400" dirty="0">
                    <a:latin typeface="+mn-ea"/>
                    <a:cs typeface="+mn-ea"/>
                    <a:sym typeface="+mn-lt"/>
                  </a:rPr>
                  <a:t>19</a:t>
                </a:r>
                <a:r>
                  <a:rPr lang="ko-KR" altLang="en-US" sz="1400" dirty="0">
                    <a:latin typeface="+mn-ea"/>
                    <a:cs typeface="+mn-ea"/>
                    <a:sym typeface="+mn-lt"/>
                  </a:rPr>
                  <a:t>세기 후반 일본 </a:t>
                </a:r>
                <a:r>
                  <a:rPr lang="en-US" altLang="ko-KR" sz="1400" dirty="0">
                    <a:latin typeface="+mn-ea"/>
                    <a:cs typeface="+mn-ea"/>
                    <a:sym typeface="+mn-lt"/>
                  </a:rPr>
                  <a:t>30</a:t>
                </a:r>
                <a:r>
                  <a:rPr lang="ko-KR" altLang="en-US" sz="1400" dirty="0">
                    <a:latin typeface="+mn-ea"/>
                    <a:cs typeface="+mn-ea"/>
                    <a:sym typeface="+mn-lt"/>
                  </a:rPr>
                  <a:t>우리 민족이 말하지 마라가혹하게 진압으로 최소한의 자존심을 상하게 했어</a:t>
                </a:r>
                <a:r>
                  <a:rPr lang="en-US" altLang="ko-KR" sz="1400" dirty="0">
                    <a:latin typeface="+mn-ea"/>
                    <a:cs typeface="+mn-ea"/>
                    <a:sym typeface="+mn-lt"/>
                  </a:rPr>
                  <a:t>,</a:t>
                </a:r>
                <a:r>
                  <a:rPr lang="ko-KR" altLang="en-US" sz="1400" dirty="0">
                    <a:latin typeface="+mn-ea"/>
                    <a:cs typeface="+mn-ea"/>
                    <a:sym typeface="+mn-lt"/>
                  </a:rPr>
                  <a:t>어떤 민족 정신 살아</a:t>
                </a:r>
                <a:r>
                  <a:rPr lang="en-US" altLang="ko-KR" sz="1400" dirty="0">
                    <a:latin typeface="+mn-ea"/>
                    <a:cs typeface="+mn-ea"/>
                    <a:sym typeface="+mn-lt"/>
                  </a:rPr>
                  <a:t>. </a:t>
                </a:r>
                <a:r>
                  <a:rPr lang="ko-KR" altLang="en-US" sz="1400" dirty="0">
                    <a:latin typeface="+mn-ea"/>
                    <a:cs typeface="+mn-ea"/>
                    <a:sym typeface="+mn-lt"/>
                  </a:rPr>
                  <a:t>어려운 일은 모두 한가지이런 상황에서 견딜 수 없을 </a:t>
                </a:r>
                <a:endParaRPr lang="en-US" altLang="ko-KR" sz="1400" dirty="0">
                  <a:latin typeface="+mn-ea"/>
                  <a:cs typeface="+mn-ea"/>
                  <a:sym typeface="+mn-lt"/>
                </a:endParaRPr>
              </a:p>
              <a:p>
                <a:pPr>
                  <a:lnSpc>
                    <a:spcPct val="150000"/>
                  </a:lnSpc>
                  <a:spcBef>
                    <a:spcPct val="0"/>
                  </a:spcBef>
                </a:pPr>
                <a:r>
                  <a:rPr lang="ko-KR" altLang="en-US" sz="1400" dirty="0">
                    <a:latin typeface="+mn-ea"/>
                    <a:cs typeface="+mn-ea"/>
                    <a:sym typeface="+mn-lt"/>
                  </a:rPr>
                  <a:t>당시 많은 문인 및 진압해통합제 등으로</a:t>
                </a:r>
                <a:r>
                  <a:rPr lang="en-US" altLang="ko-KR" sz="1400" dirty="0">
                    <a:latin typeface="+mn-ea"/>
                    <a:cs typeface="+mn-ea"/>
                    <a:sym typeface="+mn-lt"/>
                  </a:rPr>
                  <a:t> </a:t>
                </a:r>
                <a:r>
                  <a:rPr lang="ko-KR" altLang="en-US" sz="1400" dirty="0">
                    <a:latin typeface="+mn-ea"/>
                    <a:cs typeface="+mn-ea"/>
                    <a:sym typeface="+mn-lt"/>
                  </a:rPr>
                  <a:t>일본과 친일 단체 주민 탄압</a:t>
                </a:r>
                <a:endParaRPr lang="en-US" altLang="zh-CN" sz="1400" dirty="0">
                  <a:latin typeface="+mn-ea"/>
                  <a:cs typeface="+mn-ea"/>
                  <a:sym typeface="+mn-lt"/>
                </a:endParaRPr>
              </a:p>
            </p:txBody>
          </p:sp>
          <p:sp>
            <p:nvSpPr>
              <p:cNvPr id="29" name="矩形 28">
                <a:extLst>
                  <a:ext uri="{FF2B5EF4-FFF2-40B4-BE49-F238E27FC236}">
                    <a16:creationId xmlns:a16="http://schemas.microsoft.com/office/drawing/2014/main" id="{4F244B32-3C29-4113-A043-774A371AB335}"/>
                  </a:ext>
                </a:extLst>
              </p:cNvPr>
              <p:cNvSpPr/>
              <p:nvPr/>
            </p:nvSpPr>
            <p:spPr>
              <a:xfrm>
                <a:off x="3245657" y="3494813"/>
                <a:ext cx="2854545" cy="1992533"/>
              </a:xfrm>
              <a:prstGeom prst="rect">
                <a:avLst/>
              </a:prstGeom>
            </p:spPr>
            <p:txBody>
              <a:bodyPr wrap="square">
                <a:spAutoFit/>
              </a:bodyPr>
              <a:lstStyle/>
              <a:p>
                <a:pPr>
                  <a:lnSpc>
                    <a:spcPct val="150000"/>
                  </a:lnSpc>
                  <a:spcBef>
                    <a:spcPct val="0"/>
                  </a:spcBef>
                </a:pPr>
                <a:r>
                  <a:rPr lang="ko-KR" altLang="en-US" sz="1400" dirty="0">
                    <a:latin typeface="+mn-ea"/>
                    <a:cs typeface="+mn-ea"/>
                    <a:sym typeface="+mn-lt"/>
                  </a:rPr>
                  <a:t>더욱 구체적으로 그의 시가 창작 시기는</a:t>
                </a:r>
                <a:r>
                  <a:rPr lang="en-US" altLang="ko-KR" sz="1400" dirty="0">
                    <a:latin typeface="+mn-ea"/>
                    <a:cs typeface="+mn-ea"/>
                    <a:sym typeface="+mn-lt"/>
                  </a:rPr>
                  <a:t> 1930</a:t>
                </a:r>
                <a:r>
                  <a:rPr lang="ko-KR" altLang="en-US" sz="1400" dirty="0">
                    <a:latin typeface="+mn-ea"/>
                    <a:cs typeface="+mn-ea"/>
                    <a:sym typeface="+mn-lt"/>
                  </a:rPr>
                  <a:t>년대 후반에서 해방되기 전이라고 말한다우리는윤동주의 시를 통해 알 수 있는 상황과 일본을 침략하지만 정책이다</a:t>
                </a:r>
                <a:endParaRPr lang="en-US" altLang="zh-CN" sz="1400" dirty="0">
                  <a:latin typeface="+mn-ea"/>
                  <a:cs typeface="+mn-ea"/>
                  <a:sym typeface="+mn-lt"/>
                </a:endParaRPr>
              </a:p>
            </p:txBody>
          </p:sp>
        </p:grpSp>
        <p:sp>
          <p:nvSpPr>
            <p:cNvPr id="28" name="矩形 27">
              <a:extLst>
                <a:ext uri="{FF2B5EF4-FFF2-40B4-BE49-F238E27FC236}">
                  <a16:creationId xmlns:a16="http://schemas.microsoft.com/office/drawing/2014/main" id="{A79D0C1C-8108-4322-9529-9371A3179582}"/>
                </a:ext>
              </a:extLst>
            </p:cNvPr>
            <p:cNvSpPr/>
            <p:nvPr/>
          </p:nvSpPr>
          <p:spPr>
            <a:xfrm>
              <a:off x="336065" y="3496329"/>
              <a:ext cx="2781859" cy="1021562"/>
            </a:xfrm>
            <a:prstGeom prst="rect">
              <a:avLst/>
            </a:prstGeom>
          </p:spPr>
          <p:txBody>
            <a:bodyPr wrap="square">
              <a:spAutoFit/>
            </a:bodyPr>
            <a:lstStyle/>
            <a:p>
              <a:pPr>
                <a:lnSpc>
                  <a:spcPct val="150000"/>
                </a:lnSpc>
              </a:pPr>
              <a:r>
                <a:rPr lang="ko-KR" altLang="en-US" sz="1400" dirty="0"/>
                <a:t>시가 창작이 시작되기 때문에 일본 강점기에 부여했다 시가의 정신은 특별한 의미에 있다</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DD3DB80-B894-403A-B48E-6FDC1A72010E}" type="slidenum">
              <a:rPr lang="zh-CN" altLang="en-US" smtClean="0">
                <a:cs typeface="+mn-ea"/>
                <a:sym typeface="+mn-lt"/>
              </a:rPr>
              <a:t>7</a:t>
            </a:fld>
            <a:endParaRPr lang="zh-CN" altLang="en-US">
              <a:cs typeface="+mn-ea"/>
              <a:sym typeface="+mn-lt"/>
            </a:endParaRPr>
          </a:p>
        </p:txBody>
      </p:sp>
      <p:grpSp>
        <p:nvGrpSpPr>
          <p:cNvPr id="60" name="4da78c0c-94bf-4188-a5be-bc25ffb19aa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148181" y="1820224"/>
            <a:ext cx="9895638" cy="3753200"/>
            <a:chOff x="1148181" y="1820224"/>
            <a:chExt cx="9895638" cy="3753200"/>
          </a:xfrm>
        </p:grpSpPr>
        <p:sp>
          <p:nvSpPr>
            <p:cNvPr id="61" name="îŝ1ïďê"/>
            <p:cNvSpPr/>
            <p:nvPr/>
          </p:nvSpPr>
          <p:spPr bwMode="auto">
            <a:xfrm>
              <a:off x="3761634" y="4627872"/>
              <a:ext cx="1234992" cy="348665"/>
            </a:xfrm>
            <a:custGeom>
              <a:avLst/>
              <a:gdLst>
                <a:gd name="T0" fmla="*/ 36 w 641"/>
                <a:gd name="T1" fmla="*/ 0 h 181"/>
                <a:gd name="T2" fmla="*/ 28 w 641"/>
                <a:gd name="T3" fmla="*/ 0 h 181"/>
                <a:gd name="T4" fmla="*/ 28 w 641"/>
                <a:gd name="T5" fmla="*/ 109 h 181"/>
                <a:gd name="T6" fmla="*/ 0 w 641"/>
                <a:gd name="T7" fmla="*/ 144 h 181"/>
                <a:gd name="T8" fmla="*/ 36 w 641"/>
                <a:gd name="T9" fmla="*/ 181 h 181"/>
                <a:gd name="T10" fmla="*/ 73 w 641"/>
                <a:gd name="T11" fmla="*/ 144 h 181"/>
                <a:gd name="T12" fmla="*/ 44 w 641"/>
                <a:gd name="T13" fmla="*/ 108 h 181"/>
                <a:gd name="T14" fmla="*/ 44 w 641"/>
                <a:gd name="T15" fmla="*/ 16 h 181"/>
                <a:gd name="T16" fmla="*/ 641 w 641"/>
                <a:gd name="T17" fmla="*/ 16 h 181"/>
                <a:gd name="T18" fmla="*/ 641 w 641"/>
                <a:gd name="T19" fmla="*/ 0 h 181"/>
                <a:gd name="T20" fmla="*/ 44 w 641"/>
                <a:gd name="T21" fmla="*/ 0 h 181"/>
                <a:gd name="T22" fmla="*/ 36 w 641"/>
                <a:gd name="T23"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1" h="181">
                  <a:moveTo>
                    <a:pt x="36" y="0"/>
                  </a:moveTo>
                  <a:cubicBezTo>
                    <a:pt x="28" y="0"/>
                    <a:pt x="28" y="0"/>
                    <a:pt x="28" y="0"/>
                  </a:cubicBezTo>
                  <a:cubicBezTo>
                    <a:pt x="28" y="109"/>
                    <a:pt x="28" y="109"/>
                    <a:pt x="28" y="109"/>
                  </a:cubicBezTo>
                  <a:cubicBezTo>
                    <a:pt x="12" y="113"/>
                    <a:pt x="0" y="127"/>
                    <a:pt x="0" y="144"/>
                  </a:cubicBezTo>
                  <a:cubicBezTo>
                    <a:pt x="0" y="164"/>
                    <a:pt x="16" y="181"/>
                    <a:pt x="36" y="181"/>
                  </a:cubicBezTo>
                  <a:cubicBezTo>
                    <a:pt x="57" y="181"/>
                    <a:pt x="73" y="164"/>
                    <a:pt x="73" y="144"/>
                  </a:cubicBezTo>
                  <a:cubicBezTo>
                    <a:pt x="73" y="126"/>
                    <a:pt x="60" y="112"/>
                    <a:pt x="44" y="108"/>
                  </a:cubicBezTo>
                  <a:cubicBezTo>
                    <a:pt x="44" y="16"/>
                    <a:pt x="44" y="16"/>
                    <a:pt x="44" y="16"/>
                  </a:cubicBezTo>
                  <a:cubicBezTo>
                    <a:pt x="641" y="16"/>
                    <a:pt x="641" y="16"/>
                    <a:pt x="641" y="16"/>
                  </a:cubicBezTo>
                  <a:cubicBezTo>
                    <a:pt x="641" y="0"/>
                    <a:pt x="641" y="0"/>
                    <a:pt x="641" y="0"/>
                  </a:cubicBezTo>
                  <a:cubicBezTo>
                    <a:pt x="44" y="0"/>
                    <a:pt x="44" y="0"/>
                    <a:pt x="44" y="0"/>
                  </a:cubicBezTo>
                  <a:lnTo>
                    <a:pt x="36" y="0"/>
                  </a:lnTo>
                  <a:close/>
                </a:path>
              </a:pathLst>
            </a:custGeom>
            <a:solidFill>
              <a:schemeClr val="accent5"/>
            </a:solidFill>
            <a:ln>
              <a:noFill/>
            </a:ln>
          </p:spPr>
          <p:txBody>
            <a:bodyPr anchor="ctr"/>
            <a:lstStyle/>
            <a:p>
              <a:pPr algn="ctr"/>
              <a:endParaRPr>
                <a:cs typeface="+mn-ea"/>
                <a:sym typeface="+mn-lt"/>
              </a:endParaRPr>
            </a:p>
          </p:txBody>
        </p:sp>
        <p:sp>
          <p:nvSpPr>
            <p:cNvPr id="62" name="îŝļîḍe"/>
            <p:cNvSpPr/>
            <p:nvPr/>
          </p:nvSpPr>
          <p:spPr bwMode="auto">
            <a:xfrm>
              <a:off x="3761634" y="2491389"/>
              <a:ext cx="1234992" cy="329114"/>
            </a:xfrm>
            <a:custGeom>
              <a:avLst/>
              <a:gdLst>
                <a:gd name="T0" fmla="*/ 44 w 641"/>
                <a:gd name="T1" fmla="*/ 72 h 171"/>
                <a:gd name="T2" fmla="*/ 73 w 641"/>
                <a:gd name="T3" fmla="*/ 36 h 171"/>
                <a:gd name="T4" fmla="*/ 36 w 641"/>
                <a:gd name="T5" fmla="*/ 0 h 171"/>
                <a:gd name="T6" fmla="*/ 0 w 641"/>
                <a:gd name="T7" fmla="*/ 36 h 171"/>
                <a:gd name="T8" fmla="*/ 28 w 641"/>
                <a:gd name="T9" fmla="*/ 71 h 171"/>
                <a:gd name="T10" fmla="*/ 28 w 641"/>
                <a:gd name="T11" fmla="*/ 171 h 171"/>
                <a:gd name="T12" fmla="*/ 36 w 641"/>
                <a:gd name="T13" fmla="*/ 171 h 171"/>
                <a:gd name="T14" fmla="*/ 44 w 641"/>
                <a:gd name="T15" fmla="*/ 171 h 171"/>
                <a:gd name="T16" fmla="*/ 641 w 641"/>
                <a:gd name="T17" fmla="*/ 171 h 171"/>
                <a:gd name="T18" fmla="*/ 641 w 641"/>
                <a:gd name="T19" fmla="*/ 155 h 171"/>
                <a:gd name="T20" fmla="*/ 44 w 641"/>
                <a:gd name="T21" fmla="*/ 155 h 171"/>
                <a:gd name="T22" fmla="*/ 44 w 641"/>
                <a:gd name="T23" fmla="*/ 72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1" h="171">
                  <a:moveTo>
                    <a:pt x="44" y="72"/>
                  </a:moveTo>
                  <a:cubicBezTo>
                    <a:pt x="60" y="69"/>
                    <a:pt x="73" y="54"/>
                    <a:pt x="73" y="36"/>
                  </a:cubicBezTo>
                  <a:cubicBezTo>
                    <a:pt x="73" y="16"/>
                    <a:pt x="57" y="0"/>
                    <a:pt x="36" y="0"/>
                  </a:cubicBezTo>
                  <a:cubicBezTo>
                    <a:pt x="16" y="0"/>
                    <a:pt x="0" y="16"/>
                    <a:pt x="0" y="36"/>
                  </a:cubicBezTo>
                  <a:cubicBezTo>
                    <a:pt x="0" y="53"/>
                    <a:pt x="12" y="67"/>
                    <a:pt x="28" y="71"/>
                  </a:cubicBezTo>
                  <a:cubicBezTo>
                    <a:pt x="28" y="171"/>
                    <a:pt x="28" y="171"/>
                    <a:pt x="28" y="171"/>
                  </a:cubicBezTo>
                  <a:cubicBezTo>
                    <a:pt x="36" y="171"/>
                    <a:pt x="36" y="171"/>
                    <a:pt x="36" y="171"/>
                  </a:cubicBezTo>
                  <a:cubicBezTo>
                    <a:pt x="44" y="171"/>
                    <a:pt x="44" y="171"/>
                    <a:pt x="44" y="171"/>
                  </a:cubicBezTo>
                  <a:cubicBezTo>
                    <a:pt x="641" y="171"/>
                    <a:pt x="641" y="171"/>
                    <a:pt x="641" y="171"/>
                  </a:cubicBezTo>
                  <a:cubicBezTo>
                    <a:pt x="641" y="155"/>
                    <a:pt x="641" y="155"/>
                    <a:pt x="641" y="155"/>
                  </a:cubicBezTo>
                  <a:cubicBezTo>
                    <a:pt x="44" y="155"/>
                    <a:pt x="44" y="155"/>
                    <a:pt x="44" y="155"/>
                  </a:cubicBezTo>
                  <a:lnTo>
                    <a:pt x="44" y="72"/>
                  </a:lnTo>
                  <a:close/>
                </a:path>
              </a:pathLst>
            </a:custGeom>
            <a:solidFill>
              <a:schemeClr val="accent2"/>
            </a:solidFill>
            <a:ln>
              <a:noFill/>
            </a:ln>
          </p:spPr>
          <p:txBody>
            <a:bodyPr anchor="ctr"/>
            <a:lstStyle/>
            <a:p>
              <a:pPr algn="ctr"/>
              <a:endParaRPr>
                <a:cs typeface="+mn-ea"/>
                <a:sym typeface="+mn-lt"/>
              </a:endParaRPr>
            </a:p>
          </p:txBody>
        </p:sp>
        <p:sp>
          <p:nvSpPr>
            <p:cNvPr id="63" name="íš1ïḋè"/>
            <p:cNvSpPr/>
            <p:nvPr/>
          </p:nvSpPr>
          <p:spPr bwMode="auto">
            <a:xfrm>
              <a:off x="7096764" y="2473467"/>
              <a:ext cx="1236621" cy="347036"/>
            </a:xfrm>
            <a:custGeom>
              <a:avLst/>
              <a:gdLst>
                <a:gd name="T0" fmla="*/ 606 w 642"/>
                <a:gd name="T1" fmla="*/ 180 h 180"/>
                <a:gd name="T2" fmla="*/ 614 w 642"/>
                <a:gd name="T3" fmla="*/ 180 h 180"/>
                <a:gd name="T4" fmla="*/ 614 w 642"/>
                <a:gd name="T5" fmla="*/ 71 h 180"/>
                <a:gd name="T6" fmla="*/ 642 w 642"/>
                <a:gd name="T7" fmla="*/ 36 h 180"/>
                <a:gd name="T8" fmla="*/ 606 w 642"/>
                <a:gd name="T9" fmla="*/ 0 h 180"/>
                <a:gd name="T10" fmla="*/ 569 w 642"/>
                <a:gd name="T11" fmla="*/ 36 h 180"/>
                <a:gd name="T12" fmla="*/ 598 w 642"/>
                <a:gd name="T13" fmla="*/ 71 h 180"/>
                <a:gd name="T14" fmla="*/ 598 w 642"/>
                <a:gd name="T15" fmla="*/ 164 h 180"/>
                <a:gd name="T16" fmla="*/ 0 w 642"/>
                <a:gd name="T17" fmla="*/ 164 h 180"/>
                <a:gd name="T18" fmla="*/ 0 w 642"/>
                <a:gd name="T19" fmla="*/ 180 h 180"/>
                <a:gd name="T20" fmla="*/ 598 w 642"/>
                <a:gd name="T21" fmla="*/ 180 h 180"/>
                <a:gd name="T22" fmla="*/ 606 w 642"/>
                <a:gd name="T23"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2" h="180">
                  <a:moveTo>
                    <a:pt x="606" y="180"/>
                  </a:moveTo>
                  <a:cubicBezTo>
                    <a:pt x="614" y="180"/>
                    <a:pt x="614" y="180"/>
                    <a:pt x="614" y="180"/>
                  </a:cubicBezTo>
                  <a:cubicBezTo>
                    <a:pt x="614" y="71"/>
                    <a:pt x="614" y="71"/>
                    <a:pt x="614" y="71"/>
                  </a:cubicBezTo>
                  <a:cubicBezTo>
                    <a:pt x="630" y="68"/>
                    <a:pt x="642" y="53"/>
                    <a:pt x="642" y="36"/>
                  </a:cubicBezTo>
                  <a:cubicBezTo>
                    <a:pt x="642" y="16"/>
                    <a:pt x="626" y="0"/>
                    <a:pt x="606" y="0"/>
                  </a:cubicBezTo>
                  <a:cubicBezTo>
                    <a:pt x="585" y="0"/>
                    <a:pt x="569" y="16"/>
                    <a:pt x="569" y="36"/>
                  </a:cubicBezTo>
                  <a:cubicBezTo>
                    <a:pt x="569" y="53"/>
                    <a:pt x="581" y="68"/>
                    <a:pt x="598" y="71"/>
                  </a:cubicBezTo>
                  <a:cubicBezTo>
                    <a:pt x="598" y="164"/>
                    <a:pt x="598" y="164"/>
                    <a:pt x="598" y="164"/>
                  </a:cubicBezTo>
                  <a:cubicBezTo>
                    <a:pt x="0" y="164"/>
                    <a:pt x="0" y="164"/>
                    <a:pt x="0" y="164"/>
                  </a:cubicBezTo>
                  <a:cubicBezTo>
                    <a:pt x="0" y="180"/>
                    <a:pt x="0" y="180"/>
                    <a:pt x="0" y="180"/>
                  </a:cubicBezTo>
                  <a:cubicBezTo>
                    <a:pt x="598" y="180"/>
                    <a:pt x="598" y="180"/>
                    <a:pt x="598" y="180"/>
                  </a:cubicBezTo>
                  <a:lnTo>
                    <a:pt x="606" y="180"/>
                  </a:lnTo>
                  <a:close/>
                </a:path>
              </a:pathLst>
            </a:custGeom>
            <a:solidFill>
              <a:schemeClr val="accent3"/>
            </a:solidFill>
            <a:ln>
              <a:noFill/>
            </a:ln>
          </p:spPr>
          <p:txBody>
            <a:bodyPr anchor="ctr"/>
            <a:lstStyle/>
            <a:p>
              <a:pPr algn="ctr"/>
              <a:endParaRPr>
                <a:cs typeface="+mn-ea"/>
                <a:sym typeface="+mn-lt"/>
              </a:endParaRPr>
            </a:p>
          </p:txBody>
        </p:sp>
        <p:sp>
          <p:nvSpPr>
            <p:cNvPr id="64" name="iś1iḑe"/>
            <p:cNvSpPr/>
            <p:nvPr/>
          </p:nvSpPr>
          <p:spPr bwMode="auto">
            <a:xfrm>
              <a:off x="7096764" y="4627872"/>
              <a:ext cx="1236621" cy="348665"/>
            </a:xfrm>
            <a:custGeom>
              <a:avLst/>
              <a:gdLst>
                <a:gd name="T0" fmla="*/ 614 w 642"/>
                <a:gd name="T1" fmla="*/ 109 h 181"/>
                <a:gd name="T2" fmla="*/ 614 w 642"/>
                <a:gd name="T3" fmla="*/ 0 h 181"/>
                <a:gd name="T4" fmla="*/ 606 w 642"/>
                <a:gd name="T5" fmla="*/ 0 h 181"/>
                <a:gd name="T6" fmla="*/ 598 w 642"/>
                <a:gd name="T7" fmla="*/ 0 h 181"/>
                <a:gd name="T8" fmla="*/ 0 w 642"/>
                <a:gd name="T9" fmla="*/ 0 h 181"/>
                <a:gd name="T10" fmla="*/ 0 w 642"/>
                <a:gd name="T11" fmla="*/ 16 h 181"/>
                <a:gd name="T12" fmla="*/ 598 w 642"/>
                <a:gd name="T13" fmla="*/ 16 h 181"/>
                <a:gd name="T14" fmla="*/ 598 w 642"/>
                <a:gd name="T15" fmla="*/ 109 h 181"/>
                <a:gd name="T16" fmla="*/ 569 w 642"/>
                <a:gd name="T17" fmla="*/ 144 h 181"/>
                <a:gd name="T18" fmla="*/ 606 w 642"/>
                <a:gd name="T19" fmla="*/ 181 h 181"/>
                <a:gd name="T20" fmla="*/ 642 w 642"/>
                <a:gd name="T21" fmla="*/ 144 h 181"/>
                <a:gd name="T22" fmla="*/ 614 w 642"/>
                <a:gd name="T23" fmla="*/ 109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2" h="181">
                  <a:moveTo>
                    <a:pt x="614" y="109"/>
                  </a:moveTo>
                  <a:cubicBezTo>
                    <a:pt x="614" y="0"/>
                    <a:pt x="614" y="0"/>
                    <a:pt x="614" y="0"/>
                  </a:cubicBezTo>
                  <a:cubicBezTo>
                    <a:pt x="606" y="0"/>
                    <a:pt x="606" y="0"/>
                    <a:pt x="606" y="0"/>
                  </a:cubicBezTo>
                  <a:cubicBezTo>
                    <a:pt x="598" y="0"/>
                    <a:pt x="598" y="0"/>
                    <a:pt x="598" y="0"/>
                  </a:cubicBezTo>
                  <a:cubicBezTo>
                    <a:pt x="0" y="0"/>
                    <a:pt x="0" y="0"/>
                    <a:pt x="0" y="0"/>
                  </a:cubicBezTo>
                  <a:cubicBezTo>
                    <a:pt x="0" y="16"/>
                    <a:pt x="0" y="16"/>
                    <a:pt x="0" y="16"/>
                  </a:cubicBezTo>
                  <a:cubicBezTo>
                    <a:pt x="598" y="16"/>
                    <a:pt x="598" y="16"/>
                    <a:pt x="598" y="16"/>
                  </a:cubicBezTo>
                  <a:cubicBezTo>
                    <a:pt x="598" y="109"/>
                    <a:pt x="598" y="109"/>
                    <a:pt x="598" y="109"/>
                  </a:cubicBezTo>
                  <a:cubicBezTo>
                    <a:pt x="581" y="112"/>
                    <a:pt x="569" y="127"/>
                    <a:pt x="569" y="144"/>
                  </a:cubicBezTo>
                  <a:cubicBezTo>
                    <a:pt x="569" y="164"/>
                    <a:pt x="585" y="181"/>
                    <a:pt x="606" y="181"/>
                  </a:cubicBezTo>
                  <a:cubicBezTo>
                    <a:pt x="626" y="181"/>
                    <a:pt x="642" y="164"/>
                    <a:pt x="642" y="144"/>
                  </a:cubicBezTo>
                  <a:cubicBezTo>
                    <a:pt x="642" y="127"/>
                    <a:pt x="630" y="112"/>
                    <a:pt x="614" y="109"/>
                  </a:cubicBezTo>
                  <a:close/>
                </a:path>
              </a:pathLst>
            </a:custGeom>
            <a:solidFill>
              <a:schemeClr val="accent4"/>
            </a:solidFill>
            <a:ln>
              <a:noFill/>
            </a:ln>
          </p:spPr>
          <p:txBody>
            <a:bodyPr anchor="ctr"/>
            <a:lstStyle/>
            <a:p>
              <a:pPr algn="ctr"/>
              <a:endParaRPr>
                <a:cs typeface="+mn-ea"/>
                <a:sym typeface="+mn-lt"/>
              </a:endParaRPr>
            </a:p>
          </p:txBody>
        </p:sp>
        <p:grpSp>
          <p:nvGrpSpPr>
            <p:cNvPr id="65" name="išľídé"/>
            <p:cNvGrpSpPr/>
            <p:nvPr/>
          </p:nvGrpSpPr>
          <p:grpSpPr>
            <a:xfrm>
              <a:off x="4965554" y="1820224"/>
              <a:ext cx="2162653" cy="3650700"/>
              <a:chOff x="4972653" y="1597720"/>
              <a:chExt cx="2162653" cy="3650700"/>
            </a:xfrm>
          </p:grpSpPr>
          <p:sp>
            <p:nvSpPr>
              <p:cNvPr id="92" name="ïşḻîďè"/>
              <p:cNvSpPr/>
              <p:nvPr/>
            </p:nvSpPr>
            <p:spPr bwMode="auto">
              <a:xfrm>
                <a:off x="5765166" y="4490406"/>
                <a:ext cx="577627" cy="729428"/>
              </a:xfrm>
              <a:custGeom>
                <a:avLst/>
                <a:gdLst>
                  <a:gd name="T0" fmla="*/ 148 w 248"/>
                  <a:gd name="T1" fmla="*/ 313 h 313"/>
                  <a:gd name="T2" fmla="*/ 100 w 248"/>
                  <a:gd name="T3" fmla="*/ 313 h 313"/>
                  <a:gd name="T4" fmla="*/ 0 w 248"/>
                  <a:gd name="T5" fmla="*/ 213 h 313"/>
                  <a:gd name="T6" fmla="*/ 0 w 248"/>
                  <a:gd name="T7" fmla="*/ 100 h 313"/>
                  <a:gd name="T8" fmla="*/ 100 w 248"/>
                  <a:gd name="T9" fmla="*/ 0 h 313"/>
                  <a:gd name="T10" fmla="*/ 148 w 248"/>
                  <a:gd name="T11" fmla="*/ 0 h 313"/>
                  <a:gd name="T12" fmla="*/ 248 w 248"/>
                  <a:gd name="T13" fmla="*/ 100 h 313"/>
                  <a:gd name="T14" fmla="*/ 248 w 248"/>
                  <a:gd name="T15" fmla="*/ 213 h 313"/>
                  <a:gd name="T16" fmla="*/ 148 w 248"/>
                  <a:gd name="T17" fmla="*/ 313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8" h="313">
                    <a:moveTo>
                      <a:pt x="148" y="313"/>
                    </a:moveTo>
                    <a:cubicBezTo>
                      <a:pt x="100" y="313"/>
                      <a:pt x="100" y="313"/>
                      <a:pt x="100" y="313"/>
                    </a:cubicBezTo>
                    <a:cubicBezTo>
                      <a:pt x="45" y="313"/>
                      <a:pt x="0" y="268"/>
                      <a:pt x="0" y="213"/>
                    </a:cubicBezTo>
                    <a:cubicBezTo>
                      <a:pt x="0" y="100"/>
                      <a:pt x="0" y="100"/>
                      <a:pt x="0" y="100"/>
                    </a:cubicBezTo>
                    <a:cubicBezTo>
                      <a:pt x="0" y="45"/>
                      <a:pt x="45" y="0"/>
                      <a:pt x="100" y="0"/>
                    </a:cubicBezTo>
                    <a:cubicBezTo>
                      <a:pt x="148" y="0"/>
                      <a:pt x="148" y="0"/>
                      <a:pt x="148" y="0"/>
                    </a:cubicBezTo>
                    <a:cubicBezTo>
                      <a:pt x="203" y="0"/>
                      <a:pt x="248" y="45"/>
                      <a:pt x="248" y="100"/>
                    </a:cubicBezTo>
                    <a:cubicBezTo>
                      <a:pt x="248" y="213"/>
                      <a:pt x="248" y="213"/>
                      <a:pt x="248" y="213"/>
                    </a:cubicBezTo>
                    <a:cubicBezTo>
                      <a:pt x="248" y="268"/>
                      <a:pt x="203" y="313"/>
                      <a:pt x="148" y="313"/>
                    </a:cubicBezTo>
                    <a:close/>
                  </a:path>
                </a:pathLst>
              </a:custGeom>
              <a:solidFill>
                <a:srgbClr val="9B9A9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93" name="íşļíḓè"/>
              <p:cNvSpPr/>
              <p:nvPr/>
            </p:nvSpPr>
            <p:spPr bwMode="auto">
              <a:xfrm>
                <a:off x="5685323" y="4481534"/>
                <a:ext cx="737313" cy="174471"/>
              </a:xfrm>
              <a:custGeom>
                <a:avLst/>
                <a:gdLst>
                  <a:gd name="T0" fmla="*/ 284 w 316"/>
                  <a:gd name="T1" fmla="*/ 75 h 75"/>
                  <a:gd name="T2" fmla="*/ 32 w 316"/>
                  <a:gd name="T3" fmla="*/ 75 h 75"/>
                  <a:gd name="T4" fmla="*/ 0 w 316"/>
                  <a:gd name="T5" fmla="*/ 43 h 75"/>
                  <a:gd name="T6" fmla="*/ 0 w 316"/>
                  <a:gd name="T7" fmla="*/ 32 h 75"/>
                  <a:gd name="T8" fmla="*/ 32 w 316"/>
                  <a:gd name="T9" fmla="*/ 0 h 75"/>
                  <a:gd name="T10" fmla="*/ 284 w 316"/>
                  <a:gd name="T11" fmla="*/ 0 h 75"/>
                  <a:gd name="T12" fmla="*/ 316 w 316"/>
                  <a:gd name="T13" fmla="*/ 32 h 75"/>
                  <a:gd name="T14" fmla="*/ 316 w 316"/>
                  <a:gd name="T15" fmla="*/ 43 h 75"/>
                  <a:gd name="T16" fmla="*/ 284 w 316"/>
                  <a:gd name="T17"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6" h="75">
                    <a:moveTo>
                      <a:pt x="284" y="75"/>
                    </a:moveTo>
                    <a:cubicBezTo>
                      <a:pt x="32" y="75"/>
                      <a:pt x="32" y="75"/>
                      <a:pt x="32" y="75"/>
                    </a:cubicBezTo>
                    <a:cubicBezTo>
                      <a:pt x="15" y="75"/>
                      <a:pt x="0" y="61"/>
                      <a:pt x="0" y="43"/>
                    </a:cubicBezTo>
                    <a:cubicBezTo>
                      <a:pt x="0" y="32"/>
                      <a:pt x="0" y="32"/>
                      <a:pt x="0" y="32"/>
                    </a:cubicBezTo>
                    <a:cubicBezTo>
                      <a:pt x="0" y="15"/>
                      <a:pt x="15" y="0"/>
                      <a:pt x="32" y="0"/>
                    </a:cubicBezTo>
                    <a:cubicBezTo>
                      <a:pt x="284" y="0"/>
                      <a:pt x="284" y="0"/>
                      <a:pt x="284" y="0"/>
                    </a:cubicBezTo>
                    <a:cubicBezTo>
                      <a:pt x="301" y="0"/>
                      <a:pt x="316" y="15"/>
                      <a:pt x="316" y="32"/>
                    </a:cubicBezTo>
                    <a:cubicBezTo>
                      <a:pt x="316" y="43"/>
                      <a:pt x="316" y="43"/>
                      <a:pt x="316" y="43"/>
                    </a:cubicBezTo>
                    <a:cubicBezTo>
                      <a:pt x="316" y="61"/>
                      <a:pt x="301" y="75"/>
                      <a:pt x="284" y="75"/>
                    </a:cubicBezTo>
                    <a:close/>
                  </a:path>
                </a:pathLst>
              </a:custGeom>
              <a:solidFill>
                <a:srgbClr val="CDCCC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94" name="íSļïḋè"/>
              <p:cNvSpPr/>
              <p:nvPr/>
            </p:nvSpPr>
            <p:spPr bwMode="auto">
              <a:xfrm>
                <a:off x="5685323" y="4721063"/>
                <a:ext cx="737313" cy="175457"/>
              </a:xfrm>
              <a:custGeom>
                <a:avLst/>
                <a:gdLst>
                  <a:gd name="T0" fmla="*/ 284 w 316"/>
                  <a:gd name="T1" fmla="*/ 75 h 75"/>
                  <a:gd name="T2" fmla="*/ 32 w 316"/>
                  <a:gd name="T3" fmla="*/ 75 h 75"/>
                  <a:gd name="T4" fmla="*/ 0 w 316"/>
                  <a:gd name="T5" fmla="*/ 43 h 75"/>
                  <a:gd name="T6" fmla="*/ 0 w 316"/>
                  <a:gd name="T7" fmla="*/ 32 h 75"/>
                  <a:gd name="T8" fmla="*/ 32 w 316"/>
                  <a:gd name="T9" fmla="*/ 0 h 75"/>
                  <a:gd name="T10" fmla="*/ 284 w 316"/>
                  <a:gd name="T11" fmla="*/ 0 h 75"/>
                  <a:gd name="T12" fmla="*/ 316 w 316"/>
                  <a:gd name="T13" fmla="*/ 32 h 75"/>
                  <a:gd name="T14" fmla="*/ 316 w 316"/>
                  <a:gd name="T15" fmla="*/ 43 h 75"/>
                  <a:gd name="T16" fmla="*/ 284 w 316"/>
                  <a:gd name="T17"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6" h="75">
                    <a:moveTo>
                      <a:pt x="284" y="75"/>
                    </a:moveTo>
                    <a:cubicBezTo>
                      <a:pt x="32" y="75"/>
                      <a:pt x="32" y="75"/>
                      <a:pt x="32" y="75"/>
                    </a:cubicBezTo>
                    <a:cubicBezTo>
                      <a:pt x="15" y="75"/>
                      <a:pt x="0" y="61"/>
                      <a:pt x="0" y="43"/>
                    </a:cubicBezTo>
                    <a:cubicBezTo>
                      <a:pt x="0" y="32"/>
                      <a:pt x="0" y="32"/>
                      <a:pt x="0" y="32"/>
                    </a:cubicBezTo>
                    <a:cubicBezTo>
                      <a:pt x="0" y="15"/>
                      <a:pt x="15" y="0"/>
                      <a:pt x="32" y="0"/>
                    </a:cubicBezTo>
                    <a:cubicBezTo>
                      <a:pt x="284" y="0"/>
                      <a:pt x="284" y="0"/>
                      <a:pt x="284" y="0"/>
                    </a:cubicBezTo>
                    <a:cubicBezTo>
                      <a:pt x="301" y="0"/>
                      <a:pt x="316" y="15"/>
                      <a:pt x="316" y="32"/>
                    </a:cubicBezTo>
                    <a:cubicBezTo>
                      <a:pt x="316" y="43"/>
                      <a:pt x="316" y="43"/>
                      <a:pt x="316" y="43"/>
                    </a:cubicBezTo>
                    <a:cubicBezTo>
                      <a:pt x="316" y="61"/>
                      <a:pt x="301" y="75"/>
                      <a:pt x="284" y="75"/>
                    </a:cubicBezTo>
                    <a:close/>
                  </a:path>
                </a:pathLst>
              </a:custGeom>
              <a:solidFill>
                <a:srgbClr val="CDCCC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95" name="îṩlïḓé"/>
              <p:cNvSpPr/>
              <p:nvPr/>
            </p:nvSpPr>
            <p:spPr bwMode="auto">
              <a:xfrm>
                <a:off x="5685323" y="4954677"/>
                <a:ext cx="737313" cy="174471"/>
              </a:xfrm>
              <a:custGeom>
                <a:avLst/>
                <a:gdLst>
                  <a:gd name="T0" fmla="*/ 284 w 316"/>
                  <a:gd name="T1" fmla="*/ 75 h 75"/>
                  <a:gd name="T2" fmla="*/ 32 w 316"/>
                  <a:gd name="T3" fmla="*/ 75 h 75"/>
                  <a:gd name="T4" fmla="*/ 0 w 316"/>
                  <a:gd name="T5" fmla="*/ 43 h 75"/>
                  <a:gd name="T6" fmla="*/ 0 w 316"/>
                  <a:gd name="T7" fmla="*/ 32 h 75"/>
                  <a:gd name="T8" fmla="*/ 32 w 316"/>
                  <a:gd name="T9" fmla="*/ 0 h 75"/>
                  <a:gd name="T10" fmla="*/ 284 w 316"/>
                  <a:gd name="T11" fmla="*/ 0 h 75"/>
                  <a:gd name="T12" fmla="*/ 316 w 316"/>
                  <a:gd name="T13" fmla="*/ 32 h 75"/>
                  <a:gd name="T14" fmla="*/ 316 w 316"/>
                  <a:gd name="T15" fmla="*/ 43 h 75"/>
                  <a:gd name="T16" fmla="*/ 284 w 316"/>
                  <a:gd name="T17"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6" h="75">
                    <a:moveTo>
                      <a:pt x="284" y="75"/>
                    </a:moveTo>
                    <a:cubicBezTo>
                      <a:pt x="32" y="75"/>
                      <a:pt x="32" y="75"/>
                      <a:pt x="32" y="75"/>
                    </a:cubicBezTo>
                    <a:cubicBezTo>
                      <a:pt x="15" y="75"/>
                      <a:pt x="0" y="60"/>
                      <a:pt x="0" y="43"/>
                    </a:cubicBezTo>
                    <a:cubicBezTo>
                      <a:pt x="0" y="32"/>
                      <a:pt x="0" y="32"/>
                      <a:pt x="0" y="32"/>
                    </a:cubicBezTo>
                    <a:cubicBezTo>
                      <a:pt x="0" y="15"/>
                      <a:pt x="15" y="0"/>
                      <a:pt x="32" y="0"/>
                    </a:cubicBezTo>
                    <a:cubicBezTo>
                      <a:pt x="284" y="0"/>
                      <a:pt x="284" y="0"/>
                      <a:pt x="284" y="0"/>
                    </a:cubicBezTo>
                    <a:cubicBezTo>
                      <a:pt x="301" y="0"/>
                      <a:pt x="316" y="15"/>
                      <a:pt x="316" y="32"/>
                    </a:cubicBezTo>
                    <a:cubicBezTo>
                      <a:pt x="316" y="43"/>
                      <a:pt x="316" y="43"/>
                      <a:pt x="316" y="43"/>
                    </a:cubicBezTo>
                    <a:cubicBezTo>
                      <a:pt x="316" y="60"/>
                      <a:pt x="301" y="75"/>
                      <a:pt x="284" y="75"/>
                    </a:cubicBezTo>
                    <a:close/>
                  </a:path>
                </a:pathLst>
              </a:custGeom>
              <a:solidFill>
                <a:srgbClr val="CDCCC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96" name="îšḻïḑê"/>
              <p:cNvSpPr/>
              <p:nvPr/>
            </p:nvSpPr>
            <p:spPr bwMode="auto">
              <a:xfrm>
                <a:off x="5985965" y="5219834"/>
                <a:ext cx="136028" cy="28586"/>
              </a:xfrm>
              <a:custGeom>
                <a:avLst/>
                <a:gdLst>
                  <a:gd name="T0" fmla="*/ 0 w 58"/>
                  <a:gd name="T1" fmla="*/ 0 h 12"/>
                  <a:gd name="T2" fmla="*/ 29 w 58"/>
                  <a:gd name="T3" fmla="*/ 12 h 12"/>
                  <a:gd name="T4" fmla="*/ 58 w 58"/>
                  <a:gd name="T5" fmla="*/ 0 h 12"/>
                  <a:gd name="T6" fmla="*/ 0 w 58"/>
                  <a:gd name="T7" fmla="*/ 0 h 12"/>
                </a:gdLst>
                <a:ahLst/>
                <a:cxnLst>
                  <a:cxn ang="0">
                    <a:pos x="T0" y="T1"/>
                  </a:cxn>
                  <a:cxn ang="0">
                    <a:pos x="T2" y="T3"/>
                  </a:cxn>
                  <a:cxn ang="0">
                    <a:pos x="T4" y="T5"/>
                  </a:cxn>
                  <a:cxn ang="0">
                    <a:pos x="T6" y="T7"/>
                  </a:cxn>
                </a:cxnLst>
                <a:rect l="0" t="0" r="r" b="b"/>
                <a:pathLst>
                  <a:path w="58" h="12">
                    <a:moveTo>
                      <a:pt x="0" y="0"/>
                    </a:moveTo>
                    <a:cubicBezTo>
                      <a:pt x="4" y="7"/>
                      <a:pt x="15" y="12"/>
                      <a:pt x="29" y="12"/>
                    </a:cubicBezTo>
                    <a:cubicBezTo>
                      <a:pt x="43" y="12"/>
                      <a:pt x="54" y="7"/>
                      <a:pt x="58" y="0"/>
                    </a:cubicBezTo>
                    <a:lnTo>
                      <a:pt x="0" y="0"/>
                    </a:lnTo>
                    <a:close/>
                  </a:path>
                </a:pathLst>
              </a:custGeom>
              <a:solidFill>
                <a:srgbClr val="1A5A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cs typeface="+mn-ea"/>
                  <a:sym typeface="+mn-lt"/>
                </a:endParaRPr>
              </a:p>
            </p:txBody>
          </p:sp>
          <p:sp>
            <p:nvSpPr>
              <p:cNvPr id="97" name="ïṩliḓe"/>
              <p:cNvSpPr/>
              <p:nvPr/>
            </p:nvSpPr>
            <p:spPr bwMode="auto">
              <a:xfrm>
                <a:off x="5147124" y="2103390"/>
                <a:ext cx="1813710" cy="864470"/>
              </a:xfrm>
              <a:custGeom>
                <a:avLst/>
                <a:gdLst>
                  <a:gd name="T0" fmla="*/ 778 w 778"/>
                  <a:gd name="T1" fmla="*/ 371 h 371"/>
                  <a:gd name="T2" fmla="*/ 389 w 778"/>
                  <a:gd name="T3" fmla="*/ 0 h 371"/>
                  <a:gd name="T4" fmla="*/ 0 w 778"/>
                  <a:gd name="T5" fmla="*/ 371 h 371"/>
                  <a:gd name="T6" fmla="*/ 778 w 778"/>
                  <a:gd name="T7" fmla="*/ 371 h 371"/>
                </a:gdLst>
                <a:ahLst/>
                <a:cxnLst>
                  <a:cxn ang="0">
                    <a:pos x="T0" y="T1"/>
                  </a:cxn>
                  <a:cxn ang="0">
                    <a:pos x="T2" y="T3"/>
                  </a:cxn>
                  <a:cxn ang="0">
                    <a:pos x="T4" y="T5"/>
                  </a:cxn>
                  <a:cxn ang="0">
                    <a:pos x="T6" y="T7"/>
                  </a:cxn>
                </a:cxnLst>
                <a:rect l="0" t="0" r="r" b="b"/>
                <a:pathLst>
                  <a:path w="778" h="371">
                    <a:moveTo>
                      <a:pt x="778" y="371"/>
                    </a:moveTo>
                    <a:cubicBezTo>
                      <a:pt x="769" y="164"/>
                      <a:pt x="598" y="0"/>
                      <a:pt x="389" y="0"/>
                    </a:cubicBezTo>
                    <a:cubicBezTo>
                      <a:pt x="180" y="0"/>
                      <a:pt x="9" y="164"/>
                      <a:pt x="0" y="371"/>
                    </a:cubicBezTo>
                    <a:lnTo>
                      <a:pt x="778" y="371"/>
                    </a:lnTo>
                    <a:close/>
                  </a:path>
                </a:pathLst>
              </a:custGeom>
              <a:solidFill>
                <a:schemeClr val="accent1"/>
              </a:solidFill>
              <a:ln>
                <a:noFill/>
              </a:ln>
            </p:spPr>
            <p:txBody>
              <a:bodyPr anchor="ctr"/>
              <a:lstStyle/>
              <a:p>
                <a:pPr algn="ctr"/>
                <a:endParaRPr>
                  <a:cs typeface="+mn-ea"/>
                  <a:sym typeface="+mn-lt"/>
                </a:endParaRPr>
              </a:p>
            </p:txBody>
          </p:sp>
          <p:sp>
            <p:nvSpPr>
              <p:cNvPr id="98" name="işḻiḋè"/>
              <p:cNvSpPr/>
              <p:nvPr/>
            </p:nvSpPr>
            <p:spPr bwMode="auto">
              <a:xfrm>
                <a:off x="5606466" y="4049793"/>
                <a:ext cx="895026" cy="431743"/>
              </a:xfrm>
              <a:custGeom>
                <a:avLst/>
                <a:gdLst>
                  <a:gd name="T0" fmla="*/ 0 w 384"/>
                  <a:gd name="T1" fmla="*/ 0 h 185"/>
                  <a:gd name="T2" fmla="*/ 81 w 384"/>
                  <a:gd name="T3" fmla="*/ 185 h 185"/>
                  <a:gd name="T4" fmla="*/ 173 w 384"/>
                  <a:gd name="T5" fmla="*/ 185 h 185"/>
                  <a:gd name="T6" fmla="*/ 192 w 384"/>
                  <a:gd name="T7" fmla="*/ 185 h 185"/>
                  <a:gd name="T8" fmla="*/ 211 w 384"/>
                  <a:gd name="T9" fmla="*/ 185 h 185"/>
                  <a:gd name="T10" fmla="*/ 303 w 384"/>
                  <a:gd name="T11" fmla="*/ 185 h 185"/>
                  <a:gd name="T12" fmla="*/ 384 w 384"/>
                  <a:gd name="T13" fmla="*/ 0 h 185"/>
                  <a:gd name="T14" fmla="*/ 0 w 384"/>
                  <a:gd name="T15" fmla="*/ 0 h 1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4" h="185">
                    <a:moveTo>
                      <a:pt x="0" y="0"/>
                    </a:moveTo>
                    <a:cubicBezTo>
                      <a:pt x="40" y="63"/>
                      <a:pt x="77" y="135"/>
                      <a:pt x="81" y="185"/>
                    </a:cubicBezTo>
                    <a:cubicBezTo>
                      <a:pt x="173" y="185"/>
                      <a:pt x="173" y="185"/>
                      <a:pt x="173" y="185"/>
                    </a:cubicBezTo>
                    <a:cubicBezTo>
                      <a:pt x="192" y="185"/>
                      <a:pt x="192" y="185"/>
                      <a:pt x="192" y="185"/>
                    </a:cubicBezTo>
                    <a:cubicBezTo>
                      <a:pt x="211" y="185"/>
                      <a:pt x="211" y="185"/>
                      <a:pt x="211" y="185"/>
                    </a:cubicBezTo>
                    <a:cubicBezTo>
                      <a:pt x="303" y="185"/>
                      <a:pt x="303" y="185"/>
                      <a:pt x="303" y="185"/>
                    </a:cubicBezTo>
                    <a:cubicBezTo>
                      <a:pt x="307" y="135"/>
                      <a:pt x="344" y="63"/>
                      <a:pt x="384" y="0"/>
                    </a:cubicBezTo>
                    <a:lnTo>
                      <a:pt x="0" y="0"/>
                    </a:lnTo>
                    <a:close/>
                  </a:path>
                </a:pathLst>
              </a:custGeom>
              <a:solidFill>
                <a:schemeClr val="accent1"/>
              </a:solidFill>
              <a:ln>
                <a:noFill/>
              </a:ln>
            </p:spPr>
            <p:txBody>
              <a:bodyPr anchor="ctr"/>
              <a:lstStyle/>
              <a:p>
                <a:pPr algn="ctr"/>
                <a:endParaRPr>
                  <a:cs typeface="+mn-ea"/>
                  <a:sym typeface="+mn-lt"/>
                </a:endParaRPr>
              </a:p>
            </p:txBody>
          </p:sp>
          <p:sp>
            <p:nvSpPr>
              <p:cNvPr id="99" name="íS1îḑè"/>
              <p:cNvSpPr/>
              <p:nvPr/>
            </p:nvSpPr>
            <p:spPr bwMode="auto">
              <a:xfrm>
                <a:off x="5785865" y="1597720"/>
                <a:ext cx="119271" cy="405127"/>
              </a:xfrm>
              <a:custGeom>
                <a:avLst/>
                <a:gdLst>
                  <a:gd name="T0" fmla="*/ 41 w 51"/>
                  <a:gd name="T1" fmla="*/ 173 h 174"/>
                  <a:gd name="T2" fmla="*/ 41 w 51"/>
                  <a:gd name="T3" fmla="*/ 173 h 174"/>
                  <a:gd name="T4" fmla="*/ 28 w 51"/>
                  <a:gd name="T5" fmla="*/ 164 h 174"/>
                  <a:gd name="T6" fmla="*/ 1 w 51"/>
                  <a:gd name="T7" fmla="*/ 14 h 174"/>
                  <a:gd name="T8" fmla="*/ 11 w 51"/>
                  <a:gd name="T9" fmla="*/ 1 h 174"/>
                  <a:gd name="T10" fmla="*/ 11 w 51"/>
                  <a:gd name="T11" fmla="*/ 1 h 174"/>
                  <a:gd name="T12" fmla="*/ 24 w 51"/>
                  <a:gd name="T13" fmla="*/ 10 h 174"/>
                  <a:gd name="T14" fmla="*/ 50 w 51"/>
                  <a:gd name="T15" fmla="*/ 160 h 174"/>
                  <a:gd name="T16" fmla="*/ 41 w 51"/>
                  <a:gd name="T17" fmla="*/ 173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 h="174">
                    <a:moveTo>
                      <a:pt x="41" y="173"/>
                    </a:moveTo>
                    <a:cubicBezTo>
                      <a:pt x="41" y="173"/>
                      <a:pt x="41" y="173"/>
                      <a:pt x="41" y="173"/>
                    </a:cubicBezTo>
                    <a:cubicBezTo>
                      <a:pt x="35" y="174"/>
                      <a:pt x="29" y="170"/>
                      <a:pt x="28" y="164"/>
                    </a:cubicBezTo>
                    <a:cubicBezTo>
                      <a:pt x="1" y="14"/>
                      <a:pt x="1" y="14"/>
                      <a:pt x="1" y="14"/>
                    </a:cubicBezTo>
                    <a:cubicBezTo>
                      <a:pt x="0" y="8"/>
                      <a:pt x="4" y="2"/>
                      <a:pt x="11" y="1"/>
                    </a:cubicBezTo>
                    <a:cubicBezTo>
                      <a:pt x="11" y="1"/>
                      <a:pt x="11" y="1"/>
                      <a:pt x="11" y="1"/>
                    </a:cubicBezTo>
                    <a:cubicBezTo>
                      <a:pt x="17" y="0"/>
                      <a:pt x="23" y="4"/>
                      <a:pt x="24" y="10"/>
                    </a:cubicBezTo>
                    <a:cubicBezTo>
                      <a:pt x="50" y="160"/>
                      <a:pt x="50" y="160"/>
                      <a:pt x="50" y="160"/>
                    </a:cubicBezTo>
                    <a:cubicBezTo>
                      <a:pt x="51" y="166"/>
                      <a:pt x="47" y="172"/>
                      <a:pt x="41" y="173"/>
                    </a:cubicBezTo>
                    <a:close/>
                  </a:path>
                </a:pathLst>
              </a:custGeom>
              <a:solidFill>
                <a:schemeClr val="accent1"/>
              </a:solidFill>
              <a:ln>
                <a:noFill/>
              </a:ln>
            </p:spPr>
            <p:txBody>
              <a:bodyPr anchor="ctr"/>
              <a:lstStyle/>
              <a:p>
                <a:pPr algn="ctr"/>
                <a:endParaRPr>
                  <a:cs typeface="+mn-ea"/>
                  <a:sym typeface="+mn-lt"/>
                </a:endParaRPr>
              </a:p>
            </p:txBody>
          </p:sp>
          <p:sp>
            <p:nvSpPr>
              <p:cNvPr id="100" name="îṡ1ïḍe"/>
              <p:cNvSpPr/>
              <p:nvPr/>
            </p:nvSpPr>
            <p:spPr bwMode="auto">
              <a:xfrm>
                <a:off x="5336381" y="1758391"/>
                <a:ext cx="237557" cy="367671"/>
              </a:xfrm>
              <a:custGeom>
                <a:avLst/>
                <a:gdLst>
                  <a:gd name="T0" fmla="*/ 95 w 102"/>
                  <a:gd name="T1" fmla="*/ 154 h 158"/>
                  <a:gd name="T2" fmla="*/ 95 w 102"/>
                  <a:gd name="T3" fmla="*/ 154 h 158"/>
                  <a:gd name="T4" fmla="*/ 79 w 102"/>
                  <a:gd name="T5" fmla="*/ 150 h 158"/>
                  <a:gd name="T6" fmla="*/ 3 w 102"/>
                  <a:gd name="T7" fmla="*/ 19 h 158"/>
                  <a:gd name="T8" fmla="*/ 8 w 102"/>
                  <a:gd name="T9" fmla="*/ 3 h 158"/>
                  <a:gd name="T10" fmla="*/ 8 w 102"/>
                  <a:gd name="T11" fmla="*/ 3 h 158"/>
                  <a:gd name="T12" fmla="*/ 23 w 102"/>
                  <a:gd name="T13" fmla="*/ 8 h 158"/>
                  <a:gd name="T14" fmla="*/ 99 w 102"/>
                  <a:gd name="T15" fmla="*/ 139 h 158"/>
                  <a:gd name="T16" fmla="*/ 95 w 102"/>
                  <a:gd name="T17" fmla="*/ 15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158">
                    <a:moveTo>
                      <a:pt x="95" y="154"/>
                    </a:moveTo>
                    <a:cubicBezTo>
                      <a:pt x="95" y="154"/>
                      <a:pt x="95" y="154"/>
                      <a:pt x="95" y="154"/>
                    </a:cubicBezTo>
                    <a:cubicBezTo>
                      <a:pt x="89" y="158"/>
                      <a:pt x="82" y="156"/>
                      <a:pt x="79" y="150"/>
                    </a:cubicBezTo>
                    <a:cubicBezTo>
                      <a:pt x="3" y="19"/>
                      <a:pt x="3" y="19"/>
                      <a:pt x="3" y="19"/>
                    </a:cubicBezTo>
                    <a:cubicBezTo>
                      <a:pt x="0" y="14"/>
                      <a:pt x="2" y="7"/>
                      <a:pt x="8" y="3"/>
                    </a:cubicBezTo>
                    <a:cubicBezTo>
                      <a:pt x="8" y="3"/>
                      <a:pt x="8" y="3"/>
                      <a:pt x="8" y="3"/>
                    </a:cubicBezTo>
                    <a:cubicBezTo>
                      <a:pt x="13" y="0"/>
                      <a:pt x="20" y="2"/>
                      <a:pt x="23" y="8"/>
                    </a:cubicBezTo>
                    <a:cubicBezTo>
                      <a:pt x="99" y="139"/>
                      <a:pt x="99" y="139"/>
                      <a:pt x="99" y="139"/>
                    </a:cubicBezTo>
                    <a:cubicBezTo>
                      <a:pt x="102" y="144"/>
                      <a:pt x="100" y="151"/>
                      <a:pt x="95" y="154"/>
                    </a:cubicBezTo>
                    <a:close/>
                  </a:path>
                </a:pathLst>
              </a:custGeom>
              <a:solidFill>
                <a:schemeClr val="accent1"/>
              </a:solidFill>
              <a:ln>
                <a:noFill/>
              </a:ln>
            </p:spPr>
            <p:txBody>
              <a:bodyPr anchor="ctr"/>
              <a:lstStyle/>
              <a:p>
                <a:pPr algn="ctr"/>
                <a:endParaRPr>
                  <a:cs typeface="+mn-ea"/>
                  <a:sym typeface="+mn-lt"/>
                </a:endParaRPr>
              </a:p>
            </p:txBody>
          </p:sp>
          <p:sp>
            <p:nvSpPr>
              <p:cNvPr id="101" name="ïs1idê"/>
              <p:cNvSpPr/>
              <p:nvPr/>
            </p:nvSpPr>
            <p:spPr bwMode="auto">
              <a:xfrm>
                <a:off x="6200850" y="1597720"/>
                <a:ext cx="119271" cy="405127"/>
              </a:xfrm>
              <a:custGeom>
                <a:avLst/>
                <a:gdLst>
                  <a:gd name="T0" fmla="*/ 11 w 51"/>
                  <a:gd name="T1" fmla="*/ 173 h 174"/>
                  <a:gd name="T2" fmla="*/ 11 w 51"/>
                  <a:gd name="T3" fmla="*/ 173 h 174"/>
                  <a:gd name="T4" fmla="*/ 2 w 51"/>
                  <a:gd name="T5" fmla="*/ 160 h 174"/>
                  <a:gd name="T6" fmla="*/ 28 w 51"/>
                  <a:gd name="T7" fmla="*/ 10 h 174"/>
                  <a:gd name="T8" fmla="*/ 41 w 51"/>
                  <a:gd name="T9" fmla="*/ 1 h 174"/>
                  <a:gd name="T10" fmla="*/ 41 w 51"/>
                  <a:gd name="T11" fmla="*/ 1 h 174"/>
                  <a:gd name="T12" fmla="*/ 50 w 51"/>
                  <a:gd name="T13" fmla="*/ 14 h 174"/>
                  <a:gd name="T14" fmla="*/ 24 w 51"/>
                  <a:gd name="T15" fmla="*/ 164 h 174"/>
                  <a:gd name="T16" fmla="*/ 11 w 51"/>
                  <a:gd name="T17" fmla="*/ 173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 h="174">
                    <a:moveTo>
                      <a:pt x="11" y="173"/>
                    </a:moveTo>
                    <a:cubicBezTo>
                      <a:pt x="11" y="173"/>
                      <a:pt x="11" y="173"/>
                      <a:pt x="11" y="173"/>
                    </a:cubicBezTo>
                    <a:cubicBezTo>
                      <a:pt x="5" y="172"/>
                      <a:pt x="0" y="166"/>
                      <a:pt x="2" y="160"/>
                    </a:cubicBezTo>
                    <a:cubicBezTo>
                      <a:pt x="28" y="10"/>
                      <a:pt x="28" y="10"/>
                      <a:pt x="28" y="10"/>
                    </a:cubicBezTo>
                    <a:cubicBezTo>
                      <a:pt x="29" y="4"/>
                      <a:pt x="35" y="0"/>
                      <a:pt x="41" y="1"/>
                    </a:cubicBezTo>
                    <a:cubicBezTo>
                      <a:pt x="41" y="1"/>
                      <a:pt x="41" y="1"/>
                      <a:pt x="41" y="1"/>
                    </a:cubicBezTo>
                    <a:cubicBezTo>
                      <a:pt x="47" y="2"/>
                      <a:pt x="51" y="8"/>
                      <a:pt x="50" y="14"/>
                    </a:cubicBezTo>
                    <a:cubicBezTo>
                      <a:pt x="24" y="164"/>
                      <a:pt x="24" y="164"/>
                      <a:pt x="24" y="164"/>
                    </a:cubicBezTo>
                    <a:cubicBezTo>
                      <a:pt x="23" y="170"/>
                      <a:pt x="17" y="174"/>
                      <a:pt x="11" y="173"/>
                    </a:cubicBezTo>
                    <a:close/>
                  </a:path>
                </a:pathLst>
              </a:custGeom>
              <a:solidFill>
                <a:schemeClr val="accent1"/>
              </a:solidFill>
              <a:ln>
                <a:noFill/>
              </a:ln>
            </p:spPr>
            <p:txBody>
              <a:bodyPr anchor="ctr"/>
              <a:lstStyle/>
              <a:p>
                <a:pPr algn="ctr"/>
                <a:endParaRPr>
                  <a:cs typeface="+mn-ea"/>
                  <a:sym typeface="+mn-lt"/>
                </a:endParaRPr>
              </a:p>
            </p:txBody>
          </p:sp>
          <p:sp>
            <p:nvSpPr>
              <p:cNvPr id="102" name="îṥľïḍè"/>
              <p:cNvSpPr/>
              <p:nvPr/>
            </p:nvSpPr>
            <p:spPr bwMode="auto">
              <a:xfrm>
                <a:off x="6534021" y="1758391"/>
                <a:ext cx="235586" cy="367671"/>
              </a:xfrm>
              <a:custGeom>
                <a:avLst/>
                <a:gdLst>
                  <a:gd name="T0" fmla="*/ 7 w 101"/>
                  <a:gd name="T1" fmla="*/ 154 h 158"/>
                  <a:gd name="T2" fmla="*/ 7 w 101"/>
                  <a:gd name="T3" fmla="*/ 154 h 158"/>
                  <a:gd name="T4" fmla="*/ 3 w 101"/>
                  <a:gd name="T5" fmla="*/ 139 h 158"/>
                  <a:gd name="T6" fmla="*/ 78 w 101"/>
                  <a:gd name="T7" fmla="*/ 8 h 158"/>
                  <a:gd name="T8" fmla="*/ 94 w 101"/>
                  <a:gd name="T9" fmla="*/ 3 h 158"/>
                  <a:gd name="T10" fmla="*/ 94 w 101"/>
                  <a:gd name="T11" fmla="*/ 3 h 158"/>
                  <a:gd name="T12" fmla="*/ 98 w 101"/>
                  <a:gd name="T13" fmla="*/ 19 h 158"/>
                  <a:gd name="T14" fmla="*/ 23 w 101"/>
                  <a:gd name="T15" fmla="*/ 150 h 158"/>
                  <a:gd name="T16" fmla="*/ 7 w 101"/>
                  <a:gd name="T17" fmla="*/ 15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1" h="158">
                    <a:moveTo>
                      <a:pt x="7" y="154"/>
                    </a:moveTo>
                    <a:cubicBezTo>
                      <a:pt x="7" y="154"/>
                      <a:pt x="7" y="154"/>
                      <a:pt x="7" y="154"/>
                    </a:cubicBezTo>
                    <a:cubicBezTo>
                      <a:pt x="1" y="151"/>
                      <a:pt x="0" y="144"/>
                      <a:pt x="3" y="139"/>
                    </a:cubicBezTo>
                    <a:cubicBezTo>
                      <a:pt x="78" y="8"/>
                      <a:pt x="78" y="8"/>
                      <a:pt x="78" y="8"/>
                    </a:cubicBezTo>
                    <a:cubicBezTo>
                      <a:pt x="82" y="2"/>
                      <a:pt x="89" y="0"/>
                      <a:pt x="94" y="3"/>
                    </a:cubicBezTo>
                    <a:cubicBezTo>
                      <a:pt x="94" y="3"/>
                      <a:pt x="94" y="3"/>
                      <a:pt x="94" y="3"/>
                    </a:cubicBezTo>
                    <a:cubicBezTo>
                      <a:pt x="100" y="7"/>
                      <a:pt x="101" y="14"/>
                      <a:pt x="98" y="19"/>
                    </a:cubicBezTo>
                    <a:cubicBezTo>
                      <a:pt x="23" y="150"/>
                      <a:pt x="23" y="150"/>
                      <a:pt x="23" y="150"/>
                    </a:cubicBezTo>
                    <a:cubicBezTo>
                      <a:pt x="19" y="156"/>
                      <a:pt x="12" y="158"/>
                      <a:pt x="7" y="154"/>
                    </a:cubicBezTo>
                    <a:close/>
                  </a:path>
                </a:pathLst>
              </a:custGeom>
              <a:solidFill>
                <a:schemeClr val="accent1"/>
              </a:solidFill>
              <a:ln>
                <a:noFill/>
              </a:ln>
            </p:spPr>
            <p:txBody>
              <a:bodyPr anchor="ctr"/>
              <a:lstStyle/>
              <a:p>
                <a:pPr algn="ctr"/>
                <a:endParaRPr>
                  <a:cs typeface="+mn-ea"/>
                  <a:sym typeface="+mn-lt"/>
                </a:endParaRPr>
              </a:p>
            </p:txBody>
          </p:sp>
          <p:sp>
            <p:nvSpPr>
              <p:cNvPr id="103" name="iṡlîḓe"/>
              <p:cNvSpPr/>
              <p:nvPr/>
            </p:nvSpPr>
            <p:spPr bwMode="auto">
              <a:xfrm>
                <a:off x="6804106" y="2065933"/>
                <a:ext cx="331200" cy="286843"/>
              </a:xfrm>
              <a:custGeom>
                <a:avLst/>
                <a:gdLst>
                  <a:gd name="T0" fmla="*/ 4 w 142"/>
                  <a:gd name="T1" fmla="*/ 118 h 123"/>
                  <a:gd name="T2" fmla="*/ 4 w 142"/>
                  <a:gd name="T3" fmla="*/ 118 h 123"/>
                  <a:gd name="T4" fmla="*/ 6 w 142"/>
                  <a:gd name="T5" fmla="*/ 101 h 123"/>
                  <a:gd name="T6" fmla="*/ 122 w 142"/>
                  <a:gd name="T7" fmla="*/ 4 h 123"/>
                  <a:gd name="T8" fmla="*/ 138 w 142"/>
                  <a:gd name="T9" fmla="*/ 6 h 123"/>
                  <a:gd name="T10" fmla="*/ 138 w 142"/>
                  <a:gd name="T11" fmla="*/ 6 h 123"/>
                  <a:gd name="T12" fmla="*/ 136 w 142"/>
                  <a:gd name="T13" fmla="*/ 22 h 123"/>
                  <a:gd name="T14" fmla="*/ 20 w 142"/>
                  <a:gd name="T15" fmla="*/ 119 h 123"/>
                  <a:gd name="T16" fmla="*/ 4 w 142"/>
                  <a:gd name="T17" fmla="*/ 118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23">
                    <a:moveTo>
                      <a:pt x="4" y="118"/>
                    </a:moveTo>
                    <a:cubicBezTo>
                      <a:pt x="4" y="118"/>
                      <a:pt x="4" y="118"/>
                      <a:pt x="4" y="118"/>
                    </a:cubicBezTo>
                    <a:cubicBezTo>
                      <a:pt x="0" y="113"/>
                      <a:pt x="1" y="106"/>
                      <a:pt x="6" y="101"/>
                    </a:cubicBezTo>
                    <a:cubicBezTo>
                      <a:pt x="122" y="4"/>
                      <a:pt x="122" y="4"/>
                      <a:pt x="122" y="4"/>
                    </a:cubicBezTo>
                    <a:cubicBezTo>
                      <a:pt x="127" y="0"/>
                      <a:pt x="134" y="1"/>
                      <a:pt x="138" y="6"/>
                    </a:cubicBezTo>
                    <a:cubicBezTo>
                      <a:pt x="138" y="6"/>
                      <a:pt x="138" y="6"/>
                      <a:pt x="138" y="6"/>
                    </a:cubicBezTo>
                    <a:cubicBezTo>
                      <a:pt x="142" y="10"/>
                      <a:pt x="141" y="18"/>
                      <a:pt x="136" y="22"/>
                    </a:cubicBezTo>
                    <a:cubicBezTo>
                      <a:pt x="20" y="119"/>
                      <a:pt x="20" y="119"/>
                      <a:pt x="20" y="119"/>
                    </a:cubicBezTo>
                    <a:cubicBezTo>
                      <a:pt x="16" y="123"/>
                      <a:pt x="8" y="122"/>
                      <a:pt x="4" y="118"/>
                    </a:cubicBezTo>
                    <a:close/>
                  </a:path>
                </a:pathLst>
              </a:custGeom>
              <a:solidFill>
                <a:schemeClr val="accent1"/>
              </a:solidFill>
              <a:ln>
                <a:noFill/>
              </a:ln>
            </p:spPr>
            <p:txBody>
              <a:bodyPr anchor="ctr"/>
              <a:lstStyle/>
              <a:p>
                <a:pPr algn="ctr"/>
                <a:endParaRPr>
                  <a:cs typeface="+mn-ea"/>
                  <a:sym typeface="+mn-lt"/>
                </a:endParaRPr>
              </a:p>
            </p:txBody>
          </p:sp>
          <p:sp>
            <p:nvSpPr>
              <p:cNvPr id="104" name="íṥlïḍê"/>
              <p:cNvSpPr/>
              <p:nvPr/>
            </p:nvSpPr>
            <p:spPr bwMode="auto">
              <a:xfrm>
                <a:off x="4972653" y="2065933"/>
                <a:ext cx="328242" cy="286843"/>
              </a:xfrm>
              <a:custGeom>
                <a:avLst/>
                <a:gdLst>
                  <a:gd name="T0" fmla="*/ 137 w 141"/>
                  <a:gd name="T1" fmla="*/ 118 h 123"/>
                  <a:gd name="T2" fmla="*/ 137 w 141"/>
                  <a:gd name="T3" fmla="*/ 118 h 123"/>
                  <a:gd name="T4" fmla="*/ 121 w 141"/>
                  <a:gd name="T5" fmla="*/ 119 h 123"/>
                  <a:gd name="T6" fmla="*/ 5 w 141"/>
                  <a:gd name="T7" fmla="*/ 22 h 123"/>
                  <a:gd name="T8" fmla="*/ 4 w 141"/>
                  <a:gd name="T9" fmla="*/ 6 h 123"/>
                  <a:gd name="T10" fmla="*/ 4 w 141"/>
                  <a:gd name="T11" fmla="*/ 6 h 123"/>
                  <a:gd name="T12" fmla="*/ 20 w 141"/>
                  <a:gd name="T13" fmla="*/ 4 h 123"/>
                  <a:gd name="T14" fmla="*/ 136 w 141"/>
                  <a:gd name="T15" fmla="*/ 101 h 123"/>
                  <a:gd name="T16" fmla="*/ 137 w 141"/>
                  <a:gd name="T17" fmla="*/ 118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23">
                    <a:moveTo>
                      <a:pt x="137" y="118"/>
                    </a:moveTo>
                    <a:cubicBezTo>
                      <a:pt x="137" y="118"/>
                      <a:pt x="137" y="118"/>
                      <a:pt x="137" y="118"/>
                    </a:cubicBezTo>
                    <a:cubicBezTo>
                      <a:pt x="133" y="122"/>
                      <a:pt x="126" y="123"/>
                      <a:pt x="121" y="119"/>
                    </a:cubicBezTo>
                    <a:cubicBezTo>
                      <a:pt x="5" y="22"/>
                      <a:pt x="5" y="22"/>
                      <a:pt x="5" y="22"/>
                    </a:cubicBezTo>
                    <a:cubicBezTo>
                      <a:pt x="0" y="18"/>
                      <a:pt x="0" y="10"/>
                      <a:pt x="4" y="6"/>
                    </a:cubicBezTo>
                    <a:cubicBezTo>
                      <a:pt x="4" y="6"/>
                      <a:pt x="4" y="6"/>
                      <a:pt x="4" y="6"/>
                    </a:cubicBezTo>
                    <a:cubicBezTo>
                      <a:pt x="8" y="1"/>
                      <a:pt x="15" y="0"/>
                      <a:pt x="20" y="4"/>
                    </a:cubicBezTo>
                    <a:cubicBezTo>
                      <a:pt x="136" y="101"/>
                      <a:pt x="136" y="101"/>
                      <a:pt x="136" y="101"/>
                    </a:cubicBezTo>
                    <a:cubicBezTo>
                      <a:pt x="141" y="106"/>
                      <a:pt x="141" y="113"/>
                      <a:pt x="137" y="118"/>
                    </a:cubicBezTo>
                    <a:close/>
                  </a:path>
                </a:pathLst>
              </a:custGeom>
              <a:solidFill>
                <a:schemeClr val="accent1"/>
              </a:solidFill>
              <a:ln>
                <a:noFill/>
              </a:ln>
            </p:spPr>
            <p:txBody>
              <a:bodyPr anchor="ctr"/>
              <a:lstStyle/>
              <a:p>
                <a:pPr algn="ctr"/>
                <a:endParaRPr>
                  <a:cs typeface="+mn-ea"/>
                  <a:sym typeface="+mn-lt"/>
                </a:endParaRPr>
              </a:p>
            </p:txBody>
          </p:sp>
        </p:grpSp>
        <p:sp>
          <p:nvSpPr>
            <p:cNvPr id="66" name="îşľîde"/>
            <p:cNvSpPr txBox="1"/>
            <p:nvPr/>
          </p:nvSpPr>
          <p:spPr>
            <a:xfrm>
              <a:off x="5144585" y="3332445"/>
              <a:ext cx="1804590" cy="626258"/>
            </a:xfrm>
            <a:prstGeom prst="rect">
              <a:avLst/>
            </a:prstGeom>
            <a:noFill/>
          </p:spPr>
          <p:txBody>
            <a:bodyPr wrap="none" anchor="ctr" anchorCtr="0">
              <a:normAutofit/>
            </a:bodyPr>
            <a:lstStyle/>
            <a:p>
              <a:pPr algn="ctr"/>
              <a:r>
                <a:rPr lang="ko-KR" altLang="en-US" sz="2800" b="1" dirty="0" err="1">
                  <a:cs typeface="+mn-ea"/>
                  <a:sym typeface="+mn-lt"/>
                </a:rPr>
                <a:t>창각</a:t>
              </a:r>
              <a:r>
                <a:rPr lang="en-US" altLang="zh-CN" sz="2800" b="1" dirty="0">
                  <a:cs typeface="+mn-ea"/>
                  <a:sym typeface="+mn-lt"/>
                </a:rPr>
                <a:t> </a:t>
              </a:r>
              <a:r>
                <a:rPr lang="ko-KR" altLang="en-US" sz="2800" b="1" dirty="0">
                  <a:cs typeface="+mn-ea"/>
                  <a:sym typeface="+mn-lt"/>
                </a:rPr>
                <a:t>경력</a:t>
              </a:r>
              <a:endParaRPr lang="zh-CN" altLang="en-US" sz="2800" b="1" dirty="0">
                <a:cs typeface="+mn-ea"/>
                <a:sym typeface="+mn-lt"/>
              </a:endParaRPr>
            </a:p>
          </p:txBody>
        </p:sp>
        <p:grpSp>
          <p:nvGrpSpPr>
            <p:cNvPr id="67" name="îṧľiḋe"/>
            <p:cNvGrpSpPr/>
            <p:nvPr/>
          </p:nvGrpSpPr>
          <p:grpSpPr>
            <a:xfrm>
              <a:off x="8066304" y="5108286"/>
              <a:ext cx="464344" cy="450850"/>
              <a:chOff x="8216107" y="4449763"/>
              <a:chExt cx="464344" cy="450850"/>
            </a:xfrm>
            <a:solidFill>
              <a:schemeClr val="accent4"/>
            </a:solidFill>
          </p:grpSpPr>
          <p:sp>
            <p:nvSpPr>
              <p:cNvPr id="90" name="îs1iḋé"/>
              <p:cNvSpPr/>
              <p:nvPr/>
            </p:nvSpPr>
            <p:spPr bwMode="auto">
              <a:xfrm>
                <a:off x="8448675" y="4696619"/>
                <a:ext cx="57944" cy="587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4841"/>
                      <a:pt x="0" y="10800"/>
                    </a:cubicBezTo>
                    <a:cubicBezTo>
                      <a:pt x="0" y="16758"/>
                      <a:pt x="4838" y="21599"/>
                      <a:pt x="10800" y="21599"/>
                    </a:cubicBezTo>
                    <a:cubicBezTo>
                      <a:pt x="16761" y="21599"/>
                      <a:pt x="21600" y="16758"/>
                      <a:pt x="21600" y="10800"/>
                    </a:cubicBezTo>
                    <a:cubicBezTo>
                      <a:pt x="21600" y="4841"/>
                      <a:pt x="16761" y="0"/>
                      <a:pt x="10800" y="0"/>
                    </a:cubicBezTo>
                  </a:path>
                </a:pathLst>
              </a:custGeom>
              <a:grpFill/>
              <a:ln>
                <a:noFill/>
              </a:ln>
              <a:effectLst/>
            </p:spPr>
            <p:txBody>
              <a:bodyPr anchor="ctr"/>
              <a:lstStyle/>
              <a:p>
                <a:pPr algn="ctr"/>
                <a:endParaRPr>
                  <a:cs typeface="+mn-ea"/>
                  <a:sym typeface="+mn-lt"/>
                </a:endParaRPr>
              </a:p>
            </p:txBody>
          </p:sp>
          <p:sp>
            <p:nvSpPr>
              <p:cNvPr id="91" name="ïšḻïḓé"/>
              <p:cNvSpPr/>
              <p:nvPr/>
            </p:nvSpPr>
            <p:spPr bwMode="auto">
              <a:xfrm>
                <a:off x="8216107" y="4449763"/>
                <a:ext cx="464344" cy="450850"/>
              </a:xfrm>
              <a:custGeom>
                <a:avLst/>
                <a:gdLst>
                  <a:gd name="T0" fmla="*/ 10473 w 20946"/>
                  <a:gd name="T1" fmla="*/ 10800 h 21600"/>
                  <a:gd name="T2" fmla="*/ 10473 w 20946"/>
                  <a:gd name="T3" fmla="*/ 10800 h 21600"/>
                  <a:gd name="T4" fmla="*/ 10473 w 20946"/>
                  <a:gd name="T5" fmla="*/ 10800 h 21600"/>
                  <a:gd name="T6" fmla="*/ 10473 w 20946"/>
                  <a:gd name="T7" fmla="*/ 10800 h 21600"/>
                </a:gdLst>
                <a:ahLst/>
                <a:cxnLst>
                  <a:cxn ang="0">
                    <a:pos x="T0" y="T1"/>
                  </a:cxn>
                  <a:cxn ang="0">
                    <a:pos x="T2" y="T3"/>
                  </a:cxn>
                  <a:cxn ang="0">
                    <a:pos x="T4" y="T5"/>
                  </a:cxn>
                  <a:cxn ang="0">
                    <a:pos x="T6" y="T7"/>
                  </a:cxn>
                </a:cxnLst>
                <a:rect l="0" t="0" r="r" b="b"/>
                <a:pathLst>
                  <a:path w="20946" h="21600">
                    <a:moveTo>
                      <a:pt x="18509" y="15329"/>
                    </a:moveTo>
                    <a:lnTo>
                      <a:pt x="11782" y="15329"/>
                    </a:lnTo>
                    <a:cubicBezTo>
                      <a:pt x="10699" y="15329"/>
                      <a:pt x="9818" y="14391"/>
                      <a:pt x="9818" y="13238"/>
                    </a:cubicBezTo>
                    <a:cubicBezTo>
                      <a:pt x="9818" y="12086"/>
                      <a:pt x="10699" y="11148"/>
                      <a:pt x="11782" y="11148"/>
                    </a:cubicBezTo>
                    <a:lnTo>
                      <a:pt x="17673" y="11148"/>
                    </a:lnTo>
                    <a:cubicBezTo>
                      <a:pt x="18077" y="11142"/>
                      <a:pt x="18477" y="10934"/>
                      <a:pt x="18721" y="10588"/>
                    </a:cubicBezTo>
                    <a:cubicBezTo>
                      <a:pt x="18789" y="10491"/>
                      <a:pt x="18842" y="10381"/>
                      <a:pt x="18885" y="10267"/>
                    </a:cubicBezTo>
                    <a:cubicBezTo>
                      <a:pt x="18890" y="10251"/>
                      <a:pt x="18901" y="10239"/>
                      <a:pt x="18906" y="10224"/>
                    </a:cubicBezTo>
                    <a:cubicBezTo>
                      <a:pt x="19377" y="10880"/>
                      <a:pt x="19636" y="11686"/>
                      <a:pt x="19636" y="12541"/>
                    </a:cubicBezTo>
                    <a:cubicBezTo>
                      <a:pt x="19636" y="13613"/>
                      <a:pt x="19230" y="14607"/>
                      <a:pt x="18509" y="15329"/>
                    </a:cubicBezTo>
                    <a:moveTo>
                      <a:pt x="17673" y="17767"/>
                    </a:moveTo>
                    <a:cubicBezTo>
                      <a:pt x="17673" y="19114"/>
                      <a:pt x="16647" y="20206"/>
                      <a:pt x="15382" y="20206"/>
                    </a:cubicBezTo>
                    <a:lnTo>
                      <a:pt x="3600" y="20206"/>
                    </a:lnTo>
                    <a:cubicBezTo>
                      <a:pt x="2334" y="20206"/>
                      <a:pt x="1309" y="19114"/>
                      <a:pt x="1309" y="17767"/>
                    </a:cubicBezTo>
                    <a:lnTo>
                      <a:pt x="1309" y="6786"/>
                    </a:lnTo>
                    <a:cubicBezTo>
                      <a:pt x="1931" y="7334"/>
                      <a:pt x="2730" y="7664"/>
                      <a:pt x="3600" y="7664"/>
                    </a:cubicBezTo>
                    <a:lnTo>
                      <a:pt x="14400" y="7664"/>
                    </a:lnTo>
                    <a:lnTo>
                      <a:pt x="17018" y="7664"/>
                    </a:lnTo>
                    <a:cubicBezTo>
                      <a:pt x="17379" y="7664"/>
                      <a:pt x="17673" y="7976"/>
                      <a:pt x="17673" y="8361"/>
                    </a:cubicBezTo>
                    <a:lnTo>
                      <a:pt x="17673" y="9754"/>
                    </a:lnTo>
                    <a:lnTo>
                      <a:pt x="11782" y="9754"/>
                    </a:lnTo>
                    <a:cubicBezTo>
                      <a:pt x="9974" y="9754"/>
                      <a:pt x="8509" y="11314"/>
                      <a:pt x="8509" y="13238"/>
                    </a:cubicBezTo>
                    <a:cubicBezTo>
                      <a:pt x="8509" y="15163"/>
                      <a:pt x="9974" y="16722"/>
                      <a:pt x="11782" y="16722"/>
                    </a:cubicBezTo>
                    <a:lnTo>
                      <a:pt x="17673" y="16722"/>
                    </a:lnTo>
                    <a:cubicBezTo>
                      <a:pt x="17673" y="16722"/>
                      <a:pt x="17673" y="17767"/>
                      <a:pt x="17673" y="17767"/>
                    </a:cubicBezTo>
                    <a:close/>
                    <a:moveTo>
                      <a:pt x="16363" y="5574"/>
                    </a:moveTo>
                    <a:lnTo>
                      <a:pt x="16363" y="6270"/>
                    </a:lnTo>
                    <a:lnTo>
                      <a:pt x="14400" y="6270"/>
                    </a:lnTo>
                    <a:lnTo>
                      <a:pt x="3600" y="6270"/>
                    </a:lnTo>
                    <a:cubicBezTo>
                      <a:pt x="3246" y="6270"/>
                      <a:pt x="2916" y="6179"/>
                      <a:pt x="2617" y="6027"/>
                    </a:cubicBezTo>
                    <a:lnTo>
                      <a:pt x="2617" y="5574"/>
                    </a:lnTo>
                    <a:cubicBezTo>
                      <a:pt x="2617" y="5574"/>
                      <a:pt x="16363" y="5574"/>
                      <a:pt x="16363" y="5574"/>
                    </a:cubicBezTo>
                    <a:close/>
                    <a:moveTo>
                      <a:pt x="16363" y="4877"/>
                    </a:moveTo>
                    <a:lnTo>
                      <a:pt x="2617" y="4877"/>
                    </a:lnTo>
                    <a:lnTo>
                      <a:pt x="2617" y="4180"/>
                    </a:lnTo>
                    <a:lnTo>
                      <a:pt x="16363" y="4180"/>
                    </a:lnTo>
                    <a:cubicBezTo>
                      <a:pt x="16363" y="4180"/>
                      <a:pt x="16363" y="4877"/>
                      <a:pt x="16363" y="4877"/>
                    </a:cubicBezTo>
                    <a:close/>
                    <a:moveTo>
                      <a:pt x="16363" y="3483"/>
                    </a:moveTo>
                    <a:lnTo>
                      <a:pt x="2617" y="3483"/>
                    </a:lnTo>
                    <a:lnTo>
                      <a:pt x="2617" y="2787"/>
                    </a:lnTo>
                    <a:lnTo>
                      <a:pt x="16363" y="2787"/>
                    </a:lnTo>
                    <a:cubicBezTo>
                      <a:pt x="16363" y="2787"/>
                      <a:pt x="16363" y="3483"/>
                      <a:pt x="16363" y="3483"/>
                    </a:cubicBezTo>
                    <a:close/>
                    <a:moveTo>
                      <a:pt x="3600" y="1393"/>
                    </a:moveTo>
                    <a:lnTo>
                      <a:pt x="14400" y="1393"/>
                    </a:lnTo>
                    <a:lnTo>
                      <a:pt x="17018" y="1393"/>
                    </a:lnTo>
                    <a:cubicBezTo>
                      <a:pt x="17379" y="1393"/>
                      <a:pt x="17673" y="1705"/>
                      <a:pt x="17673" y="2090"/>
                    </a:cubicBezTo>
                    <a:lnTo>
                      <a:pt x="17673" y="3832"/>
                    </a:lnTo>
                    <a:lnTo>
                      <a:pt x="17673" y="4180"/>
                    </a:lnTo>
                    <a:lnTo>
                      <a:pt x="17673" y="6398"/>
                    </a:lnTo>
                    <a:cubicBezTo>
                      <a:pt x="17466" y="6321"/>
                      <a:pt x="17249" y="6270"/>
                      <a:pt x="17018" y="6270"/>
                    </a:cubicBezTo>
                    <a:lnTo>
                      <a:pt x="17018" y="5574"/>
                    </a:lnTo>
                    <a:lnTo>
                      <a:pt x="17018" y="4180"/>
                    </a:lnTo>
                    <a:lnTo>
                      <a:pt x="17018" y="2787"/>
                    </a:lnTo>
                    <a:cubicBezTo>
                      <a:pt x="17018" y="2401"/>
                      <a:pt x="16724" y="2090"/>
                      <a:pt x="16363" y="2090"/>
                    </a:cubicBezTo>
                    <a:lnTo>
                      <a:pt x="2617" y="2090"/>
                    </a:lnTo>
                    <a:cubicBezTo>
                      <a:pt x="2256" y="2090"/>
                      <a:pt x="1963" y="2401"/>
                      <a:pt x="1963" y="2787"/>
                    </a:cubicBezTo>
                    <a:lnTo>
                      <a:pt x="1963" y="4180"/>
                    </a:lnTo>
                    <a:lnTo>
                      <a:pt x="1963" y="5534"/>
                    </a:lnTo>
                    <a:cubicBezTo>
                      <a:pt x="1559" y="5094"/>
                      <a:pt x="1309" y="4495"/>
                      <a:pt x="1309" y="3832"/>
                    </a:cubicBezTo>
                    <a:cubicBezTo>
                      <a:pt x="1309" y="2485"/>
                      <a:pt x="2334" y="1393"/>
                      <a:pt x="3600" y="1393"/>
                    </a:cubicBezTo>
                    <a:moveTo>
                      <a:pt x="18983" y="8361"/>
                    </a:moveTo>
                    <a:lnTo>
                      <a:pt x="18982" y="8361"/>
                    </a:lnTo>
                    <a:lnTo>
                      <a:pt x="18982" y="4180"/>
                    </a:lnTo>
                    <a:lnTo>
                      <a:pt x="18982" y="3832"/>
                    </a:lnTo>
                    <a:lnTo>
                      <a:pt x="18982" y="2090"/>
                    </a:lnTo>
                    <a:cubicBezTo>
                      <a:pt x="18982" y="935"/>
                      <a:pt x="18102" y="0"/>
                      <a:pt x="17018" y="0"/>
                    </a:cubicBezTo>
                    <a:lnTo>
                      <a:pt x="14400" y="0"/>
                    </a:lnTo>
                    <a:lnTo>
                      <a:pt x="3600" y="0"/>
                    </a:lnTo>
                    <a:cubicBezTo>
                      <a:pt x="1614" y="0"/>
                      <a:pt x="0" y="1719"/>
                      <a:pt x="0" y="3832"/>
                    </a:cubicBezTo>
                    <a:lnTo>
                      <a:pt x="0" y="17767"/>
                    </a:lnTo>
                    <a:cubicBezTo>
                      <a:pt x="0" y="19880"/>
                      <a:pt x="1614" y="21600"/>
                      <a:pt x="3600" y="21600"/>
                    </a:cubicBezTo>
                    <a:lnTo>
                      <a:pt x="15382" y="21600"/>
                    </a:lnTo>
                    <a:cubicBezTo>
                      <a:pt x="17366" y="21600"/>
                      <a:pt x="18982" y="19880"/>
                      <a:pt x="18982" y="17767"/>
                    </a:cubicBezTo>
                    <a:lnTo>
                      <a:pt x="18982" y="16722"/>
                    </a:lnTo>
                    <a:lnTo>
                      <a:pt x="18983" y="16722"/>
                    </a:lnTo>
                    <a:cubicBezTo>
                      <a:pt x="21600" y="14631"/>
                      <a:pt x="21600" y="10452"/>
                      <a:pt x="18983" y="8361"/>
                    </a:cubicBezTo>
                  </a:path>
                </a:pathLst>
              </a:custGeom>
              <a:grpFill/>
              <a:ln>
                <a:noFill/>
              </a:ln>
              <a:effectLst/>
            </p:spPr>
            <p:txBody>
              <a:bodyPr anchor="ctr"/>
              <a:lstStyle/>
              <a:p>
                <a:pPr algn="ctr"/>
                <a:endParaRPr>
                  <a:cs typeface="+mn-ea"/>
                  <a:sym typeface="+mn-lt"/>
                </a:endParaRPr>
              </a:p>
            </p:txBody>
          </p:sp>
        </p:grpSp>
        <p:grpSp>
          <p:nvGrpSpPr>
            <p:cNvPr id="68" name="íṧlíḋê"/>
            <p:cNvGrpSpPr/>
            <p:nvPr/>
          </p:nvGrpSpPr>
          <p:grpSpPr>
            <a:xfrm>
              <a:off x="3689817" y="5108286"/>
              <a:ext cx="319088" cy="465138"/>
              <a:chOff x="5441157" y="4440238"/>
              <a:chExt cx="319088" cy="465138"/>
            </a:xfrm>
            <a:solidFill>
              <a:schemeClr val="accent5"/>
            </a:solidFill>
          </p:grpSpPr>
          <p:sp>
            <p:nvSpPr>
              <p:cNvPr id="87" name="ïṣļîḍe"/>
              <p:cNvSpPr/>
              <p:nvPr/>
            </p:nvSpPr>
            <p:spPr bwMode="auto">
              <a:xfrm>
                <a:off x="5441157" y="4440238"/>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grpFill/>
              <a:ln>
                <a:noFill/>
              </a:ln>
              <a:effectLst/>
            </p:spPr>
            <p:txBody>
              <a:bodyPr anchor="ctr"/>
              <a:lstStyle/>
              <a:p>
                <a:pPr algn="ctr"/>
                <a:endParaRPr>
                  <a:cs typeface="+mn-ea"/>
                  <a:sym typeface="+mn-lt"/>
                </a:endParaRPr>
              </a:p>
            </p:txBody>
          </p:sp>
          <p:sp>
            <p:nvSpPr>
              <p:cNvPr id="88" name="ïsļïḋê"/>
              <p:cNvSpPr/>
              <p:nvPr/>
            </p:nvSpPr>
            <p:spPr bwMode="auto">
              <a:xfrm>
                <a:off x="5571332" y="4483894"/>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58"/>
                      <a:pt x="20387" y="21599"/>
                      <a:pt x="18899" y="21599"/>
                    </a:cubicBezTo>
                    <a:lnTo>
                      <a:pt x="2699" y="21599"/>
                    </a:lnTo>
                    <a:cubicBezTo>
                      <a:pt x="1202" y="21599"/>
                      <a:pt x="0" y="16758"/>
                      <a:pt x="0" y="10800"/>
                    </a:cubicBezTo>
                    <a:cubicBezTo>
                      <a:pt x="0" y="4841"/>
                      <a:pt x="1202" y="0"/>
                      <a:pt x="2699" y="0"/>
                    </a:cubicBezTo>
                    <a:lnTo>
                      <a:pt x="18899" y="0"/>
                    </a:lnTo>
                    <a:cubicBezTo>
                      <a:pt x="20387" y="0"/>
                      <a:pt x="21600" y="4841"/>
                      <a:pt x="21600" y="10800"/>
                    </a:cubicBezTo>
                  </a:path>
                </a:pathLst>
              </a:custGeom>
              <a:grpFill/>
              <a:ln>
                <a:noFill/>
              </a:ln>
              <a:effectLst/>
            </p:spPr>
            <p:txBody>
              <a:bodyPr anchor="ctr"/>
              <a:lstStyle/>
              <a:p>
                <a:pPr algn="ctr"/>
                <a:endParaRPr>
                  <a:cs typeface="+mn-ea"/>
                  <a:sym typeface="+mn-lt"/>
                </a:endParaRPr>
              </a:p>
            </p:txBody>
          </p:sp>
          <p:sp>
            <p:nvSpPr>
              <p:cNvPr id="89" name="ïšḷíḓe"/>
              <p:cNvSpPr/>
              <p:nvPr/>
            </p:nvSpPr>
            <p:spPr bwMode="auto">
              <a:xfrm>
                <a:off x="5586413" y="4847432"/>
                <a:ext cx="28575"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69"/>
                      <a:pt x="19174" y="21599"/>
                      <a:pt x="16199" y="21599"/>
                    </a:cubicBezTo>
                    <a:lnTo>
                      <a:pt x="5399" y="21599"/>
                    </a:lnTo>
                    <a:cubicBezTo>
                      <a:pt x="2404" y="21599"/>
                      <a:pt x="0" y="16769"/>
                      <a:pt x="0" y="10800"/>
                    </a:cubicBezTo>
                    <a:cubicBezTo>
                      <a:pt x="0" y="4830"/>
                      <a:pt x="2404" y="0"/>
                      <a:pt x="5399" y="0"/>
                    </a:cubicBezTo>
                    <a:lnTo>
                      <a:pt x="16199" y="0"/>
                    </a:lnTo>
                    <a:cubicBezTo>
                      <a:pt x="19174" y="0"/>
                      <a:pt x="21600" y="4830"/>
                      <a:pt x="21600" y="10800"/>
                    </a:cubicBezTo>
                  </a:path>
                </a:pathLst>
              </a:custGeom>
              <a:grpFill/>
              <a:ln>
                <a:noFill/>
              </a:ln>
              <a:effectLst/>
            </p:spPr>
            <p:txBody>
              <a:bodyPr anchor="ctr"/>
              <a:lstStyle/>
              <a:p>
                <a:pPr algn="ctr"/>
                <a:endParaRPr>
                  <a:cs typeface="+mn-ea"/>
                  <a:sym typeface="+mn-lt"/>
                </a:endParaRPr>
              </a:p>
            </p:txBody>
          </p:sp>
        </p:grpSp>
        <p:grpSp>
          <p:nvGrpSpPr>
            <p:cNvPr id="69" name="ïṧ1íďé"/>
            <p:cNvGrpSpPr/>
            <p:nvPr/>
          </p:nvGrpSpPr>
          <p:grpSpPr>
            <a:xfrm>
              <a:off x="8007567" y="1930234"/>
              <a:ext cx="465138" cy="435769"/>
              <a:chOff x="5368132" y="3540125"/>
              <a:chExt cx="465138" cy="435769"/>
            </a:xfrm>
            <a:solidFill>
              <a:schemeClr val="accent3"/>
            </a:solidFill>
          </p:grpSpPr>
          <p:sp>
            <p:nvSpPr>
              <p:cNvPr id="85" name="îṧľidè"/>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anchor="ctr"/>
              <a:lstStyle/>
              <a:p>
                <a:pPr algn="ctr"/>
                <a:endParaRPr>
                  <a:cs typeface="+mn-ea"/>
                  <a:sym typeface="+mn-lt"/>
                </a:endParaRPr>
              </a:p>
            </p:txBody>
          </p:sp>
          <p:sp>
            <p:nvSpPr>
              <p:cNvPr id="86" name="iS1îḓê"/>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anchor="ctr"/>
              <a:lstStyle/>
              <a:p>
                <a:pPr algn="ctr"/>
                <a:endParaRPr>
                  <a:cs typeface="+mn-ea"/>
                  <a:sym typeface="+mn-lt"/>
                </a:endParaRPr>
              </a:p>
            </p:txBody>
          </p:sp>
        </p:grpSp>
        <p:grpSp>
          <p:nvGrpSpPr>
            <p:cNvPr id="70" name="îśľídê"/>
            <p:cNvGrpSpPr/>
            <p:nvPr/>
          </p:nvGrpSpPr>
          <p:grpSpPr>
            <a:xfrm>
              <a:off x="3647155" y="1860757"/>
              <a:ext cx="319088" cy="465138"/>
              <a:chOff x="3582988" y="3510757"/>
              <a:chExt cx="319088" cy="465138"/>
            </a:xfrm>
            <a:solidFill>
              <a:schemeClr val="accent2"/>
            </a:solidFill>
          </p:grpSpPr>
          <p:sp>
            <p:nvSpPr>
              <p:cNvPr id="83" name="íṥḷîďê"/>
              <p:cNvSpPr/>
              <p:nvPr/>
            </p:nvSpPr>
            <p:spPr bwMode="auto">
              <a:xfrm>
                <a:off x="3582988" y="3510757"/>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anchor="ctr"/>
              <a:lstStyle/>
              <a:p>
                <a:pPr algn="ctr"/>
                <a:endParaRPr>
                  <a:cs typeface="+mn-ea"/>
                  <a:sym typeface="+mn-lt"/>
                </a:endParaRPr>
              </a:p>
            </p:txBody>
          </p:sp>
          <p:sp>
            <p:nvSpPr>
              <p:cNvPr id="84" name="išļiḓê"/>
              <p:cNvSpPr/>
              <p:nvPr/>
            </p:nvSpPr>
            <p:spPr bwMode="auto">
              <a:xfrm>
                <a:off x="3655219" y="3583782"/>
                <a:ext cx="94456" cy="944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anchor="ctr"/>
              <a:lstStyle/>
              <a:p>
                <a:pPr algn="ctr"/>
                <a:endParaRPr>
                  <a:cs typeface="+mn-ea"/>
                  <a:sym typeface="+mn-lt"/>
                </a:endParaRPr>
              </a:p>
            </p:txBody>
          </p:sp>
        </p:grpSp>
        <p:sp>
          <p:nvSpPr>
            <p:cNvPr id="81" name="îšḻíḍè"/>
            <p:cNvSpPr/>
            <p:nvPr/>
          </p:nvSpPr>
          <p:spPr bwMode="auto">
            <a:xfrm>
              <a:off x="8935756" y="2878987"/>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50000"/>
                </a:lnSpc>
              </a:pPr>
              <a:r>
                <a:rPr lang="ko-KR" altLang="en-US" sz="1600" b="1" dirty="0">
                  <a:latin typeface="+mn-ea"/>
                  <a:cs typeface="+mn-ea"/>
                  <a:sym typeface="+mn-lt"/>
                </a:rPr>
                <a:t>한국 현대 시인의 현대주의 시에 관심이 많아 독립운동 혐의로 체포돼 옥고를 치렀다</a:t>
              </a:r>
              <a:r>
                <a:rPr lang="en-US" altLang="ko-KR" sz="1600" b="1" dirty="0">
                  <a:latin typeface="+mn-ea"/>
                  <a:cs typeface="+mn-ea"/>
                  <a:sym typeface="+mn-lt"/>
                </a:rPr>
                <a:t>.</a:t>
              </a:r>
              <a:br>
                <a:rPr lang="en-US" altLang="ko-KR" sz="1600" dirty="0">
                  <a:latin typeface="+mn-ea"/>
                  <a:cs typeface="+mn-ea"/>
                  <a:sym typeface="+mn-lt"/>
                </a:rPr>
              </a:br>
              <a:endParaRPr lang="en-US" altLang="ko-KR" sz="1600" dirty="0">
                <a:latin typeface="+mn-ea"/>
                <a:cs typeface="+mn-ea"/>
                <a:sym typeface="+mn-lt"/>
              </a:endParaRPr>
            </a:p>
            <a:p>
              <a:pPr>
                <a:lnSpc>
                  <a:spcPct val="150000"/>
                </a:lnSpc>
              </a:pPr>
              <a:br>
                <a:rPr lang="en-US" altLang="ko-KR" sz="1600" dirty="0">
                  <a:latin typeface="+mn-ea"/>
                  <a:cs typeface="+mn-ea"/>
                  <a:sym typeface="+mn-lt"/>
                </a:rPr>
              </a:br>
              <a:endParaRPr lang="en-US" altLang="ko-KR" sz="1600" dirty="0">
                <a:latin typeface="+mn-ea"/>
                <a:cs typeface="+mn-ea"/>
                <a:sym typeface="+mn-lt"/>
              </a:endParaRPr>
            </a:p>
          </p:txBody>
        </p:sp>
        <p:sp>
          <p:nvSpPr>
            <p:cNvPr id="75" name="íşḷïďe"/>
            <p:cNvSpPr/>
            <p:nvPr/>
          </p:nvSpPr>
          <p:spPr bwMode="auto">
            <a:xfrm>
              <a:off x="1148181" y="2878987"/>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50000"/>
                </a:lnSpc>
              </a:pPr>
              <a:r>
                <a:rPr lang="ko-KR" altLang="en-US" sz="1600" b="1" dirty="0">
                  <a:cs typeface="+mn-ea"/>
                  <a:sym typeface="+mn-lt"/>
                </a:rPr>
                <a:t>민족주의 성향이 짙은 명동마을에서 태어났고 독실한 </a:t>
              </a:r>
              <a:r>
                <a:rPr lang="ko-KR" altLang="en-US" sz="1600" b="1" dirty="0" err="1">
                  <a:cs typeface="+mn-ea"/>
                  <a:sym typeface="+mn-lt"/>
                </a:rPr>
                <a:t>기독교인이었다</a:t>
              </a:r>
              <a:r>
                <a:rPr lang="en-US" altLang="ko-KR" sz="1600" b="1" dirty="0">
                  <a:cs typeface="+mn-ea"/>
                  <a:sym typeface="+mn-lt"/>
                </a:rPr>
                <a:t>.</a:t>
              </a:r>
              <a:endParaRPr lang="en-US" altLang="zh-CN" sz="1600" b="1" dirty="0">
                <a:cs typeface="+mn-ea"/>
                <a:sym typeface="+mn-lt"/>
              </a:endParaRPr>
            </a:p>
          </p:txBody>
        </p:sp>
      </p:grpSp>
      <p:sp>
        <p:nvSpPr>
          <p:cNvPr id="42" name="矩形 41">
            <a:extLst>
              <a:ext uri="{FF2B5EF4-FFF2-40B4-BE49-F238E27FC236}">
                <a16:creationId xmlns:a16="http://schemas.microsoft.com/office/drawing/2014/main" id="{33EA5786-0DA9-4B27-8552-013A81E5C825}"/>
              </a:ext>
            </a:extLst>
          </p:cNvPr>
          <p:cNvSpPr/>
          <p:nvPr/>
        </p:nvSpPr>
        <p:spPr>
          <a:xfrm>
            <a:off x="0" y="444137"/>
            <a:ext cx="2086338" cy="60089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流程图: 过程 42">
            <a:extLst>
              <a:ext uri="{FF2B5EF4-FFF2-40B4-BE49-F238E27FC236}">
                <a16:creationId xmlns:a16="http://schemas.microsoft.com/office/drawing/2014/main" id="{368EA612-EC08-450E-8A9A-974D25D309EC}"/>
              </a:ext>
            </a:extLst>
          </p:cNvPr>
          <p:cNvSpPr/>
          <p:nvPr/>
        </p:nvSpPr>
        <p:spPr>
          <a:xfrm>
            <a:off x="0" y="339634"/>
            <a:ext cx="1994263" cy="590024"/>
          </a:xfrm>
          <a:prstGeom prst="flowChart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b="1" dirty="0">
                <a:cs typeface="+mn-ea"/>
                <a:sym typeface="+mn-lt"/>
              </a:rPr>
              <a:t>역사적 배경</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24430" y="2165350"/>
            <a:ext cx="4556760" cy="803910"/>
          </a:xfrm>
        </p:spPr>
        <p:txBody>
          <a:bodyPr>
            <a:normAutofit/>
          </a:bodyPr>
          <a:lstStyle/>
          <a:p>
            <a:pPr marL="360045"/>
            <a:r>
              <a:rPr lang="ko-KR" altLang="en-US" sz="3600" dirty="0">
                <a:latin typeface="+mn-lt"/>
                <a:ea typeface="+mn-ea"/>
                <a:cs typeface="+mn-ea"/>
                <a:sym typeface="+mn-lt"/>
              </a:rPr>
              <a:t>윤동주의 생애</a:t>
            </a:r>
          </a:p>
        </p:txBody>
      </p:sp>
      <p:sp>
        <p:nvSpPr>
          <p:cNvPr id="3" name="文本占位符 2"/>
          <p:cNvSpPr>
            <a:spLocks noGrp="1"/>
          </p:cNvSpPr>
          <p:nvPr>
            <p:ph type="body" idx="1"/>
          </p:nvPr>
        </p:nvSpPr>
        <p:spPr>
          <a:xfrm>
            <a:off x="669924" y="3024112"/>
            <a:ext cx="7595187" cy="1082874"/>
          </a:xfrm>
        </p:spPr>
        <p:txBody>
          <a:bodyPr/>
          <a:lstStyle/>
          <a:p>
            <a:pPr lvl="0">
              <a:lnSpc>
                <a:spcPct val="100000"/>
              </a:lnSpc>
              <a:spcBef>
                <a:spcPts val="1000"/>
              </a:spcBef>
            </a:pPr>
            <a:r>
              <a:rPr lang="en-US" altLang="zh-CN" dirty="0">
                <a:cs typeface="+mn-ea"/>
                <a:sym typeface="+mn-lt"/>
              </a:rPr>
              <a:t>.</a:t>
            </a:r>
            <a:endParaRPr lang="zh-CN" altLang="en-US" dirty="0">
              <a:cs typeface="+mn-ea"/>
              <a:sym typeface="+mn-lt"/>
            </a:endParaRPr>
          </a:p>
        </p:txBody>
      </p:sp>
      <p:pic>
        <p:nvPicPr>
          <p:cNvPr id="8" name="图片占位符 7" descr="C:\Users\64956\Desktop\t01429b8e4c2e4d1796.jpgt01429b8e4c2e4d1796"/>
          <p:cNvPicPr>
            <a:picLocks noGrp="1" noChangeAspect="1"/>
          </p:cNvPicPr>
          <p:nvPr>
            <p:ph type="pic" sz="quarter" idx="10"/>
          </p:nvPr>
        </p:nvPicPr>
        <p:blipFill>
          <a:blip r:embed="rId2"/>
          <a:srcRect/>
          <a:stretch>
            <a:fillRect/>
          </a:stretch>
        </p:blipFill>
        <p:spPr>
          <a:xfrm>
            <a:off x="9203690" y="2176780"/>
            <a:ext cx="1499235" cy="1936115"/>
          </a:xfrm>
        </p:spPr>
      </p:pic>
      <p:sp>
        <p:nvSpPr>
          <p:cNvPr id="5" name="文本框 4"/>
          <p:cNvSpPr txBox="1"/>
          <p:nvPr/>
        </p:nvSpPr>
        <p:spPr>
          <a:xfrm>
            <a:off x="7167105" y="2091203"/>
            <a:ext cx="1023516" cy="889909"/>
          </a:xfrm>
          <a:prstGeom prst="rect">
            <a:avLst/>
          </a:prstGeom>
          <a:noFill/>
          <a:ln w="117475">
            <a:noFill/>
          </a:ln>
        </p:spPr>
        <p:txBody>
          <a:bodyPr wrap="none" rtlCol="0">
            <a:prstTxWarp prst="textPlain">
              <a:avLst/>
            </a:prstTxWarp>
            <a:spAutoFit/>
          </a:bodyPr>
          <a:lstStyle/>
          <a:p>
            <a:r>
              <a:rPr lang="en-US" altLang="zh-CN" spc="100" dirty="0">
                <a:solidFill>
                  <a:schemeClr val="accent1"/>
                </a:solidFill>
                <a:cs typeface="+mn-ea"/>
                <a:sym typeface="+mn-lt"/>
              </a:rPr>
              <a:t>/03</a:t>
            </a:r>
            <a:endParaRPr lang="zh-CN" altLang="en-US" spc="100" dirty="0">
              <a:solidFill>
                <a:schemeClr val="accent1"/>
              </a:solidFill>
              <a:cs typeface="+mn-ea"/>
              <a:sym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5" name="组合 164"/>
          <p:cNvGrpSpPr/>
          <p:nvPr/>
        </p:nvGrpSpPr>
        <p:grpSpPr>
          <a:xfrm>
            <a:off x="744207" y="1136469"/>
            <a:ext cx="10703586" cy="5509179"/>
            <a:chOff x="816863" y="827416"/>
            <a:chExt cx="10703586" cy="5509179"/>
          </a:xfrm>
        </p:grpSpPr>
        <p:sp>
          <p:nvSpPr>
            <p:cNvPr id="35" name="iṡľiḍè"/>
            <p:cNvSpPr txBox="1"/>
            <p:nvPr/>
          </p:nvSpPr>
          <p:spPr>
            <a:xfrm>
              <a:off x="1845273" y="1469070"/>
              <a:ext cx="3686438" cy="1005831"/>
            </a:xfrm>
            <a:prstGeom prst="rect">
              <a:avLst/>
            </a:prstGeom>
            <a:noFill/>
          </p:spPr>
          <p:txBody>
            <a:bodyPr wrap="square" lIns="90000" tIns="46800" rIns="90000" bIns="46800" rtlCol="0">
              <a:normAutofit/>
            </a:bodyPr>
            <a:lstStyle/>
            <a:p>
              <a:pPr marL="171450" indent="-171450">
                <a:lnSpc>
                  <a:spcPct val="150000"/>
                </a:lnSpc>
                <a:buFont typeface="Arial" panose="020B0604020202020204" pitchFamily="34" charset="0"/>
                <a:buChar char="•"/>
              </a:pPr>
              <a:r>
                <a:rPr lang="ko-KR" altLang="en-US" sz="1400" dirty="0">
                  <a:cs typeface="+mn-ea"/>
                  <a:sym typeface="+mn-lt"/>
                </a:rPr>
                <a:t>문예지 </a:t>
              </a:r>
              <a:r>
                <a:rPr lang="en-US" altLang="ko-KR" sz="1400" dirty="0">
                  <a:cs typeface="+mn-ea"/>
                  <a:sym typeface="+mn-lt"/>
                </a:rPr>
                <a:t>《</a:t>
              </a:r>
              <a:r>
                <a:rPr lang="ko-KR" altLang="en-US" sz="1400" dirty="0">
                  <a:cs typeface="+mn-ea"/>
                  <a:sym typeface="+mn-lt"/>
                </a:rPr>
                <a:t>새 명동</a:t>
              </a:r>
              <a:r>
                <a:rPr lang="en-US" altLang="ko-KR" sz="1400" dirty="0">
                  <a:cs typeface="+mn-ea"/>
                  <a:sym typeface="+mn-lt"/>
                </a:rPr>
                <a:t>》</a:t>
              </a:r>
              <a:r>
                <a:rPr lang="ko-KR" altLang="en-US" sz="1400" dirty="0">
                  <a:cs typeface="+mn-ea"/>
                  <a:sym typeface="+mn-lt"/>
                </a:rPr>
                <a:t>을 발간함</a:t>
              </a:r>
              <a:endParaRPr lang="en-US" altLang="zh-CN" sz="1400" dirty="0">
                <a:cs typeface="+mn-ea"/>
                <a:sym typeface="+mn-lt"/>
              </a:endParaRPr>
            </a:p>
          </p:txBody>
        </p:sp>
        <p:sp>
          <p:nvSpPr>
            <p:cNvPr id="36" name="iSḻïḋé"/>
            <p:cNvSpPr txBox="1"/>
            <p:nvPr/>
          </p:nvSpPr>
          <p:spPr>
            <a:xfrm>
              <a:off x="1845273" y="958045"/>
              <a:ext cx="3686438" cy="423195"/>
            </a:xfrm>
            <a:prstGeom prst="rect">
              <a:avLst/>
            </a:prstGeom>
            <a:noFill/>
          </p:spPr>
          <p:txBody>
            <a:bodyPr wrap="none" rtlCol="0" anchor="ctr">
              <a:normAutofit/>
            </a:bodyPr>
            <a:lstStyle>
              <a:defPPr>
                <a:defRPr lang="zh-CN"/>
              </a:defPPr>
              <a:lvl1pPr>
                <a:defRPr sz="1400" b="1">
                  <a:solidFill>
                    <a:schemeClr val="accent1"/>
                  </a:solidFill>
                </a:defRPr>
              </a:lvl1pPr>
            </a:lstStyle>
            <a:p>
              <a:r>
                <a:rPr lang="en-US" altLang="ko-KR" sz="1800" dirty="0">
                  <a:solidFill>
                    <a:schemeClr val="tx1"/>
                  </a:solidFill>
                  <a:cs typeface="+mn-ea"/>
                  <a:sym typeface="+mn-lt"/>
                </a:rPr>
                <a:t>1925</a:t>
              </a:r>
              <a:r>
                <a:rPr lang="ko-KR" altLang="en-US" sz="1800" dirty="0">
                  <a:solidFill>
                    <a:schemeClr val="tx1"/>
                  </a:solidFill>
                  <a:cs typeface="+mn-ea"/>
                  <a:sym typeface="+mn-lt"/>
                </a:rPr>
                <a:t>년 명동소학교에 입학</a:t>
              </a:r>
              <a:endParaRPr lang="zh-CN" altLang="en-US" sz="1800" dirty="0">
                <a:solidFill>
                  <a:schemeClr val="tx1"/>
                </a:solidFill>
                <a:cs typeface="+mn-ea"/>
                <a:sym typeface="+mn-lt"/>
              </a:endParaRPr>
            </a:p>
          </p:txBody>
        </p:sp>
        <p:grpSp>
          <p:nvGrpSpPr>
            <p:cNvPr id="164" name="组合 163"/>
            <p:cNvGrpSpPr/>
            <p:nvPr/>
          </p:nvGrpSpPr>
          <p:grpSpPr>
            <a:xfrm>
              <a:off x="816863" y="827416"/>
              <a:ext cx="10703586" cy="5509179"/>
              <a:chOff x="816863" y="827416"/>
              <a:chExt cx="10703586" cy="5509179"/>
            </a:xfrm>
          </p:grpSpPr>
          <p:sp>
            <p:nvSpPr>
              <p:cNvPr id="38" name="îşḷiḓe" title="LjXxPfK7a53MF99"/>
              <p:cNvSpPr/>
              <p:nvPr/>
            </p:nvSpPr>
            <p:spPr bwMode="auto">
              <a:xfrm>
                <a:off x="859342" y="1363824"/>
                <a:ext cx="692042" cy="569737"/>
              </a:xfrm>
              <a:custGeom>
                <a:avLst/>
                <a:gdLst>
                  <a:gd name="connsiteX0" fmla="*/ 523858 w 608536"/>
                  <a:gd name="connsiteY0" fmla="*/ 377105 h 503243"/>
                  <a:gd name="connsiteX1" fmla="*/ 523858 w 608536"/>
                  <a:gd name="connsiteY1" fmla="*/ 424407 h 503243"/>
                  <a:gd name="connsiteX2" fmla="*/ 571220 w 608536"/>
                  <a:gd name="connsiteY2" fmla="*/ 424407 h 503243"/>
                  <a:gd name="connsiteX3" fmla="*/ 571220 w 608536"/>
                  <a:gd name="connsiteY3" fmla="*/ 377105 h 503243"/>
                  <a:gd name="connsiteX4" fmla="*/ 452096 w 608536"/>
                  <a:gd name="connsiteY4" fmla="*/ 377105 h 503243"/>
                  <a:gd name="connsiteX5" fmla="*/ 452096 w 608536"/>
                  <a:gd name="connsiteY5" fmla="*/ 424407 h 503243"/>
                  <a:gd name="connsiteX6" fmla="*/ 499459 w 608536"/>
                  <a:gd name="connsiteY6" fmla="*/ 424407 h 503243"/>
                  <a:gd name="connsiteX7" fmla="*/ 499459 w 608536"/>
                  <a:gd name="connsiteY7" fmla="*/ 377105 h 503243"/>
                  <a:gd name="connsiteX8" fmla="*/ 383205 w 608536"/>
                  <a:gd name="connsiteY8" fmla="*/ 377105 h 503243"/>
                  <a:gd name="connsiteX9" fmla="*/ 383205 w 608536"/>
                  <a:gd name="connsiteY9" fmla="*/ 424407 h 503243"/>
                  <a:gd name="connsiteX10" fmla="*/ 432003 w 608536"/>
                  <a:gd name="connsiteY10" fmla="*/ 424407 h 503243"/>
                  <a:gd name="connsiteX11" fmla="*/ 432003 w 608536"/>
                  <a:gd name="connsiteY11" fmla="*/ 377105 h 503243"/>
                  <a:gd name="connsiteX12" fmla="*/ 177968 w 608536"/>
                  <a:gd name="connsiteY12" fmla="*/ 374239 h 503243"/>
                  <a:gd name="connsiteX13" fmla="*/ 177968 w 608536"/>
                  <a:gd name="connsiteY13" fmla="*/ 421540 h 503243"/>
                  <a:gd name="connsiteX14" fmla="*/ 226766 w 608536"/>
                  <a:gd name="connsiteY14" fmla="*/ 421540 h 503243"/>
                  <a:gd name="connsiteX15" fmla="*/ 226766 w 608536"/>
                  <a:gd name="connsiteY15" fmla="*/ 374239 h 503243"/>
                  <a:gd name="connsiteX16" fmla="*/ 106207 w 608536"/>
                  <a:gd name="connsiteY16" fmla="*/ 374239 h 503243"/>
                  <a:gd name="connsiteX17" fmla="*/ 106207 w 608536"/>
                  <a:gd name="connsiteY17" fmla="*/ 421540 h 503243"/>
                  <a:gd name="connsiteX18" fmla="*/ 155004 w 608536"/>
                  <a:gd name="connsiteY18" fmla="*/ 421540 h 503243"/>
                  <a:gd name="connsiteX19" fmla="*/ 155004 w 608536"/>
                  <a:gd name="connsiteY19" fmla="*/ 374239 h 503243"/>
                  <a:gd name="connsiteX20" fmla="*/ 38751 w 608536"/>
                  <a:gd name="connsiteY20" fmla="*/ 374239 h 503243"/>
                  <a:gd name="connsiteX21" fmla="*/ 38751 w 608536"/>
                  <a:gd name="connsiteY21" fmla="*/ 421540 h 503243"/>
                  <a:gd name="connsiteX22" fmla="*/ 86114 w 608536"/>
                  <a:gd name="connsiteY22" fmla="*/ 421540 h 503243"/>
                  <a:gd name="connsiteX23" fmla="*/ 86114 w 608536"/>
                  <a:gd name="connsiteY23" fmla="*/ 374239 h 503243"/>
                  <a:gd name="connsiteX24" fmla="*/ 525293 w 608536"/>
                  <a:gd name="connsiteY24" fmla="*/ 308303 h 503243"/>
                  <a:gd name="connsiteX25" fmla="*/ 525293 w 608536"/>
                  <a:gd name="connsiteY25" fmla="*/ 354171 h 503243"/>
                  <a:gd name="connsiteX26" fmla="*/ 572655 w 608536"/>
                  <a:gd name="connsiteY26" fmla="*/ 354171 h 503243"/>
                  <a:gd name="connsiteX27" fmla="*/ 572655 w 608536"/>
                  <a:gd name="connsiteY27" fmla="*/ 308303 h 503243"/>
                  <a:gd name="connsiteX28" fmla="*/ 453532 w 608536"/>
                  <a:gd name="connsiteY28" fmla="*/ 308303 h 503243"/>
                  <a:gd name="connsiteX29" fmla="*/ 453532 w 608536"/>
                  <a:gd name="connsiteY29" fmla="*/ 354171 h 503243"/>
                  <a:gd name="connsiteX30" fmla="*/ 500894 w 608536"/>
                  <a:gd name="connsiteY30" fmla="*/ 354171 h 503243"/>
                  <a:gd name="connsiteX31" fmla="*/ 500894 w 608536"/>
                  <a:gd name="connsiteY31" fmla="*/ 308303 h 503243"/>
                  <a:gd name="connsiteX32" fmla="*/ 384641 w 608536"/>
                  <a:gd name="connsiteY32" fmla="*/ 308303 h 503243"/>
                  <a:gd name="connsiteX33" fmla="*/ 384641 w 608536"/>
                  <a:gd name="connsiteY33" fmla="*/ 354171 h 503243"/>
                  <a:gd name="connsiteX34" fmla="*/ 433438 w 608536"/>
                  <a:gd name="connsiteY34" fmla="*/ 354171 h 503243"/>
                  <a:gd name="connsiteX35" fmla="*/ 433438 w 608536"/>
                  <a:gd name="connsiteY35" fmla="*/ 308303 h 503243"/>
                  <a:gd name="connsiteX36" fmla="*/ 179403 w 608536"/>
                  <a:gd name="connsiteY36" fmla="*/ 308303 h 503243"/>
                  <a:gd name="connsiteX37" fmla="*/ 179403 w 608536"/>
                  <a:gd name="connsiteY37" fmla="*/ 354171 h 503243"/>
                  <a:gd name="connsiteX38" fmla="*/ 228201 w 608536"/>
                  <a:gd name="connsiteY38" fmla="*/ 354171 h 503243"/>
                  <a:gd name="connsiteX39" fmla="*/ 228201 w 608536"/>
                  <a:gd name="connsiteY39" fmla="*/ 308303 h 503243"/>
                  <a:gd name="connsiteX40" fmla="*/ 107642 w 608536"/>
                  <a:gd name="connsiteY40" fmla="*/ 308303 h 503243"/>
                  <a:gd name="connsiteX41" fmla="*/ 107642 w 608536"/>
                  <a:gd name="connsiteY41" fmla="*/ 354171 h 503243"/>
                  <a:gd name="connsiteX42" fmla="*/ 156440 w 608536"/>
                  <a:gd name="connsiteY42" fmla="*/ 354171 h 503243"/>
                  <a:gd name="connsiteX43" fmla="*/ 156440 w 608536"/>
                  <a:gd name="connsiteY43" fmla="*/ 308303 h 503243"/>
                  <a:gd name="connsiteX44" fmla="*/ 40186 w 608536"/>
                  <a:gd name="connsiteY44" fmla="*/ 308303 h 503243"/>
                  <a:gd name="connsiteX45" fmla="*/ 40186 w 608536"/>
                  <a:gd name="connsiteY45" fmla="*/ 354171 h 503243"/>
                  <a:gd name="connsiteX46" fmla="*/ 87549 w 608536"/>
                  <a:gd name="connsiteY46" fmla="*/ 354171 h 503243"/>
                  <a:gd name="connsiteX47" fmla="*/ 87549 w 608536"/>
                  <a:gd name="connsiteY47" fmla="*/ 308303 h 503243"/>
                  <a:gd name="connsiteX48" fmla="*/ 330095 w 608536"/>
                  <a:gd name="connsiteY48" fmla="*/ 212129 h 503243"/>
                  <a:gd name="connsiteX49" fmla="*/ 330135 w 608536"/>
                  <a:gd name="connsiteY49" fmla="*/ 212209 h 503243"/>
                  <a:gd name="connsiteX50" fmla="*/ 329493 w 608536"/>
                  <a:gd name="connsiteY50" fmla="*/ 212530 h 503243"/>
                  <a:gd name="connsiteX51" fmla="*/ 307203 w 608536"/>
                  <a:gd name="connsiteY51" fmla="*/ 210776 h 503243"/>
                  <a:gd name="connsiteX52" fmla="*/ 307203 w 608536"/>
                  <a:gd name="connsiteY52" fmla="*/ 216509 h 503243"/>
                  <a:gd name="connsiteX53" fmla="*/ 311503 w 608536"/>
                  <a:gd name="connsiteY53" fmla="*/ 216509 h 503243"/>
                  <a:gd name="connsiteX54" fmla="*/ 311503 w 608536"/>
                  <a:gd name="connsiteY54" fmla="*/ 210776 h 503243"/>
                  <a:gd name="connsiteX55" fmla="*/ 310070 w 608536"/>
                  <a:gd name="connsiteY55" fmla="*/ 210776 h 503243"/>
                  <a:gd name="connsiteX56" fmla="*/ 307203 w 608536"/>
                  <a:gd name="connsiteY56" fmla="*/ 210776 h 503243"/>
                  <a:gd name="connsiteX57" fmla="*/ 288571 w 608536"/>
                  <a:gd name="connsiteY57" fmla="*/ 205043 h 503243"/>
                  <a:gd name="connsiteX58" fmla="*/ 285704 w 608536"/>
                  <a:gd name="connsiteY58" fmla="*/ 209343 h 503243"/>
                  <a:gd name="connsiteX59" fmla="*/ 287138 w 608536"/>
                  <a:gd name="connsiteY59" fmla="*/ 210776 h 503243"/>
                  <a:gd name="connsiteX60" fmla="*/ 290004 w 608536"/>
                  <a:gd name="connsiteY60" fmla="*/ 206476 h 503243"/>
                  <a:gd name="connsiteX61" fmla="*/ 288571 w 608536"/>
                  <a:gd name="connsiteY61" fmla="*/ 205043 h 503243"/>
                  <a:gd name="connsiteX62" fmla="*/ 344331 w 608536"/>
                  <a:gd name="connsiteY62" fmla="*/ 197092 h 503243"/>
                  <a:gd name="connsiteX63" fmla="*/ 345901 w 608536"/>
                  <a:gd name="connsiteY63" fmla="*/ 197877 h 503243"/>
                  <a:gd name="connsiteX64" fmla="*/ 344468 w 608536"/>
                  <a:gd name="connsiteY64" fmla="*/ 199310 h 503243"/>
                  <a:gd name="connsiteX65" fmla="*/ 343604 w 608536"/>
                  <a:gd name="connsiteY65" fmla="*/ 198878 h 503243"/>
                  <a:gd name="connsiteX66" fmla="*/ 271372 w 608536"/>
                  <a:gd name="connsiteY66" fmla="*/ 193229 h 503243"/>
                  <a:gd name="connsiteX67" fmla="*/ 271974 w 608536"/>
                  <a:gd name="connsiteY67" fmla="*/ 194709 h 503243"/>
                  <a:gd name="connsiteX68" fmla="*/ 271372 w 608536"/>
                  <a:gd name="connsiteY68" fmla="*/ 195010 h 503243"/>
                  <a:gd name="connsiteX69" fmla="*/ 347335 w 608536"/>
                  <a:gd name="connsiteY69" fmla="*/ 170644 h 503243"/>
                  <a:gd name="connsiteX70" fmla="*/ 347335 w 608536"/>
                  <a:gd name="connsiteY70" fmla="*/ 173511 h 503243"/>
                  <a:gd name="connsiteX71" fmla="*/ 347335 w 608536"/>
                  <a:gd name="connsiteY71" fmla="*/ 174944 h 503243"/>
                  <a:gd name="connsiteX72" fmla="*/ 351634 w 608536"/>
                  <a:gd name="connsiteY72" fmla="*/ 174944 h 503243"/>
                  <a:gd name="connsiteX73" fmla="*/ 351634 w 608536"/>
                  <a:gd name="connsiteY73" fmla="*/ 170644 h 503243"/>
                  <a:gd name="connsiteX74" fmla="*/ 267072 w 608536"/>
                  <a:gd name="connsiteY74" fmla="*/ 170644 h 503243"/>
                  <a:gd name="connsiteX75" fmla="*/ 267072 w 608536"/>
                  <a:gd name="connsiteY75" fmla="*/ 174944 h 503243"/>
                  <a:gd name="connsiteX76" fmla="*/ 271372 w 608536"/>
                  <a:gd name="connsiteY76" fmla="*/ 174944 h 503243"/>
                  <a:gd name="connsiteX77" fmla="*/ 271372 w 608536"/>
                  <a:gd name="connsiteY77" fmla="*/ 173511 h 503243"/>
                  <a:gd name="connsiteX78" fmla="*/ 271372 w 608536"/>
                  <a:gd name="connsiteY78" fmla="*/ 170644 h 503243"/>
                  <a:gd name="connsiteX79" fmla="*/ 347335 w 608536"/>
                  <a:gd name="connsiteY79" fmla="*/ 153445 h 503243"/>
                  <a:gd name="connsiteX80" fmla="*/ 348768 w 608536"/>
                  <a:gd name="connsiteY80" fmla="*/ 156312 h 503243"/>
                  <a:gd name="connsiteX81" fmla="*/ 348078 w 608536"/>
                  <a:gd name="connsiteY81" fmla="*/ 156542 h 503243"/>
                  <a:gd name="connsiteX82" fmla="*/ 346914 w 608536"/>
                  <a:gd name="connsiteY82" fmla="*/ 153726 h 503243"/>
                  <a:gd name="connsiteX83" fmla="*/ 274238 w 608536"/>
                  <a:gd name="connsiteY83" fmla="*/ 149145 h 503243"/>
                  <a:gd name="connsiteX84" fmla="*/ 274238 w 608536"/>
                  <a:gd name="connsiteY84" fmla="*/ 150579 h 503243"/>
                  <a:gd name="connsiteX85" fmla="*/ 277105 w 608536"/>
                  <a:gd name="connsiteY85" fmla="*/ 153445 h 503243"/>
                  <a:gd name="connsiteX86" fmla="*/ 278538 w 608536"/>
                  <a:gd name="connsiteY86" fmla="*/ 152012 h 503243"/>
                  <a:gd name="connsiteX87" fmla="*/ 307203 w 608536"/>
                  <a:gd name="connsiteY87" fmla="*/ 139113 h 503243"/>
                  <a:gd name="connsiteX88" fmla="*/ 307203 w 608536"/>
                  <a:gd name="connsiteY88" fmla="*/ 170644 h 503243"/>
                  <a:gd name="connsiteX89" fmla="*/ 307203 w 608536"/>
                  <a:gd name="connsiteY89" fmla="*/ 172078 h 503243"/>
                  <a:gd name="connsiteX90" fmla="*/ 307203 w 608536"/>
                  <a:gd name="connsiteY90" fmla="*/ 174944 h 503243"/>
                  <a:gd name="connsiteX91" fmla="*/ 288571 w 608536"/>
                  <a:gd name="connsiteY91" fmla="*/ 195010 h 503243"/>
                  <a:gd name="connsiteX92" fmla="*/ 290004 w 608536"/>
                  <a:gd name="connsiteY92" fmla="*/ 196443 h 503243"/>
                  <a:gd name="connsiteX93" fmla="*/ 307203 w 608536"/>
                  <a:gd name="connsiteY93" fmla="*/ 174944 h 503243"/>
                  <a:gd name="connsiteX94" fmla="*/ 333002 w 608536"/>
                  <a:gd name="connsiteY94" fmla="*/ 174944 h 503243"/>
                  <a:gd name="connsiteX95" fmla="*/ 333002 w 608536"/>
                  <a:gd name="connsiteY95" fmla="*/ 170644 h 503243"/>
                  <a:gd name="connsiteX96" fmla="*/ 311503 w 608536"/>
                  <a:gd name="connsiteY96" fmla="*/ 170644 h 503243"/>
                  <a:gd name="connsiteX97" fmla="*/ 311503 w 608536"/>
                  <a:gd name="connsiteY97" fmla="*/ 139113 h 503243"/>
                  <a:gd name="connsiteX98" fmla="*/ 331569 w 608536"/>
                  <a:gd name="connsiteY98" fmla="*/ 137679 h 503243"/>
                  <a:gd name="connsiteX99" fmla="*/ 328702 w 608536"/>
                  <a:gd name="connsiteY99" fmla="*/ 141979 h 503243"/>
                  <a:gd name="connsiteX100" fmla="*/ 331569 w 608536"/>
                  <a:gd name="connsiteY100" fmla="*/ 141979 h 503243"/>
                  <a:gd name="connsiteX101" fmla="*/ 333002 w 608536"/>
                  <a:gd name="connsiteY101" fmla="*/ 139113 h 503243"/>
                  <a:gd name="connsiteX102" fmla="*/ 288571 w 608536"/>
                  <a:gd name="connsiteY102" fmla="*/ 136246 h 503243"/>
                  <a:gd name="connsiteX103" fmla="*/ 291437 w 608536"/>
                  <a:gd name="connsiteY103" fmla="*/ 140546 h 503243"/>
                  <a:gd name="connsiteX104" fmla="*/ 292871 w 608536"/>
                  <a:gd name="connsiteY104" fmla="*/ 139113 h 503243"/>
                  <a:gd name="connsiteX105" fmla="*/ 291437 w 608536"/>
                  <a:gd name="connsiteY105" fmla="*/ 136246 h 503243"/>
                  <a:gd name="connsiteX106" fmla="*/ 307203 w 608536"/>
                  <a:gd name="connsiteY106" fmla="*/ 130513 h 503243"/>
                  <a:gd name="connsiteX107" fmla="*/ 307203 w 608536"/>
                  <a:gd name="connsiteY107" fmla="*/ 136246 h 503243"/>
                  <a:gd name="connsiteX108" fmla="*/ 310070 w 608536"/>
                  <a:gd name="connsiteY108" fmla="*/ 136246 h 503243"/>
                  <a:gd name="connsiteX109" fmla="*/ 311503 w 608536"/>
                  <a:gd name="connsiteY109" fmla="*/ 136246 h 503243"/>
                  <a:gd name="connsiteX110" fmla="*/ 311503 w 608536"/>
                  <a:gd name="connsiteY110" fmla="*/ 130513 h 503243"/>
                  <a:gd name="connsiteX111" fmla="*/ 308637 w 608536"/>
                  <a:gd name="connsiteY111" fmla="*/ 126213 h 503243"/>
                  <a:gd name="connsiteX112" fmla="*/ 341243 w 608536"/>
                  <a:gd name="connsiteY112" fmla="*/ 140008 h 503243"/>
                  <a:gd name="connsiteX113" fmla="*/ 346914 w 608536"/>
                  <a:gd name="connsiteY113" fmla="*/ 153726 h 503243"/>
                  <a:gd name="connsiteX114" fmla="*/ 343035 w 608536"/>
                  <a:gd name="connsiteY114" fmla="*/ 156312 h 503243"/>
                  <a:gd name="connsiteX115" fmla="*/ 344468 w 608536"/>
                  <a:gd name="connsiteY115" fmla="*/ 157745 h 503243"/>
                  <a:gd name="connsiteX116" fmla="*/ 348078 w 608536"/>
                  <a:gd name="connsiteY116" fmla="*/ 156542 h 503243"/>
                  <a:gd name="connsiteX117" fmla="*/ 354501 w 608536"/>
                  <a:gd name="connsiteY117" fmla="*/ 172078 h 503243"/>
                  <a:gd name="connsiteX118" fmla="*/ 344331 w 608536"/>
                  <a:gd name="connsiteY118" fmla="*/ 197092 h 503243"/>
                  <a:gd name="connsiteX119" fmla="*/ 340168 w 608536"/>
                  <a:gd name="connsiteY119" fmla="*/ 195010 h 503243"/>
                  <a:gd name="connsiteX120" fmla="*/ 338735 w 608536"/>
                  <a:gd name="connsiteY120" fmla="*/ 196443 h 503243"/>
                  <a:gd name="connsiteX121" fmla="*/ 343604 w 608536"/>
                  <a:gd name="connsiteY121" fmla="*/ 198878 h 503243"/>
                  <a:gd name="connsiteX122" fmla="*/ 341243 w 608536"/>
                  <a:gd name="connsiteY122" fmla="*/ 204685 h 503243"/>
                  <a:gd name="connsiteX123" fmla="*/ 330095 w 608536"/>
                  <a:gd name="connsiteY123" fmla="*/ 212129 h 503243"/>
                  <a:gd name="connsiteX124" fmla="*/ 327269 w 608536"/>
                  <a:gd name="connsiteY124" fmla="*/ 206476 h 503243"/>
                  <a:gd name="connsiteX125" fmla="*/ 324402 w 608536"/>
                  <a:gd name="connsiteY125" fmla="*/ 207909 h 503243"/>
                  <a:gd name="connsiteX126" fmla="*/ 327269 w 608536"/>
                  <a:gd name="connsiteY126" fmla="*/ 213642 h 503243"/>
                  <a:gd name="connsiteX127" fmla="*/ 329493 w 608536"/>
                  <a:gd name="connsiteY127" fmla="*/ 212530 h 503243"/>
                  <a:gd name="connsiteX128" fmla="*/ 326687 w 608536"/>
                  <a:gd name="connsiteY128" fmla="*/ 214404 h 503243"/>
                  <a:gd name="connsiteX129" fmla="*/ 308637 w 608536"/>
                  <a:gd name="connsiteY129" fmla="*/ 217942 h 503243"/>
                  <a:gd name="connsiteX130" fmla="*/ 276030 w 608536"/>
                  <a:gd name="connsiteY130" fmla="*/ 204685 h 503243"/>
                  <a:gd name="connsiteX131" fmla="*/ 271974 w 608536"/>
                  <a:gd name="connsiteY131" fmla="*/ 194709 h 503243"/>
                  <a:gd name="connsiteX132" fmla="*/ 277105 w 608536"/>
                  <a:gd name="connsiteY132" fmla="*/ 192143 h 503243"/>
                  <a:gd name="connsiteX133" fmla="*/ 275671 w 608536"/>
                  <a:gd name="connsiteY133" fmla="*/ 190710 h 503243"/>
                  <a:gd name="connsiteX134" fmla="*/ 271372 w 608536"/>
                  <a:gd name="connsiteY134" fmla="*/ 192143 h 503243"/>
                  <a:gd name="connsiteX135" fmla="*/ 271372 w 608536"/>
                  <a:gd name="connsiteY135" fmla="*/ 193229 h 503243"/>
                  <a:gd name="connsiteX136" fmla="*/ 262772 w 608536"/>
                  <a:gd name="connsiteY136" fmla="*/ 172078 h 503243"/>
                  <a:gd name="connsiteX137" fmla="*/ 308637 w 608536"/>
                  <a:gd name="connsiteY137" fmla="*/ 126213 h 503243"/>
                  <a:gd name="connsiteX138" fmla="*/ 308574 w 608536"/>
                  <a:gd name="connsiteY138" fmla="*/ 117663 h 503243"/>
                  <a:gd name="connsiteX139" fmla="*/ 252600 w 608536"/>
                  <a:gd name="connsiteY139" fmla="*/ 172132 h 503243"/>
                  <a:gd name="connsiteX140" fmla="*/ 308574 w 608536"/>
                  <a:gd name="connsiteY140" fmla="*/ 228033 h 503243"/>
                  <a:gd name="connsiteX141" fmla="*/ 363112 w 608536"/>
                  <a:gd name="connsiteY141" fmla="*/ 172132 h 503243"/>
                  <a:gd name="connsiteX142" fmla="*/ 308574 w 608536"/>
                  <a:gd name="connsiteY142" fmla="*/ 117663 h 503243"/>
                  <a:gd name="connsiteX143" fmla="*/ 307138 w 608536"/>
                  <a:gd name="connsiteY143" fmla="*/ 51727 h 503243"/>
                  <a:gd name="connsiteX144" fmla="*/ 417651 w 608536"/>
                  <a:gd name="connsiteY144" fmla="*/ 156364 h 503243"/>
                  <a:gd name="connsiteX145" fmla="*/ 417651 w 608536"/>
                  <a:gd name="connsiteY145" fmla="*/ 245234 h 503243"/>
                  <a:gd name="connsiteX146" fmla="*/ 608536 w 608536"/>
                  <a:gd name="connsiteY146" fmla="*/ 246667 h 503243"/>
                  <a:gd name="connsiteX147" fmla="*/ 608536 w 608536"/>
                  <a:gd name="connsiteY147" fmla="*/ 503243 h 503243"/>
                  <a:gd name="connsiteX148" fmla="*/ 343019 w 608536"/>
                  <a:gd name="connsiteY148" fmla="*/ 503243 h 503243"/>
                  <a:gd name="connsiteX149" fmla="*/ 343019 w 608536"/>
                  <a:gd name="connsiteY149" fmla="*/ 392873 h 503243"/>
                  <a:gd name="connsiteX150" fmla="*/ 271258 w 608536"/>
                  <a:gd name="connsiteY150" fmla="*/ 392873 h 503243"/>
                  <a:gd name="connsiteX151" fmla="*/ 271258 w 608536"/>
                  <a:gd name="connsiteY151" fmla="*/ 503243 h 503243"/>
                  <a:gd name="connsiteX152" fmla="*/ 0 w 608536"/>
                  <a:gd name="connsiteY152" fmla="*/ 503243 h 503243"/>
                  <a:gd name="connsiteX153" fmla="*/ 0 w 608536"/>
                  <a:gd name="connsiteY153" fmla="*/ 245234 h 503243"/>
                  <a:gd name="connsiteX154" fmla="*/ 198061 w 608536"/>
                  <a:gd name="connsiteY154" fmla="*/ 245234 h 503243"/>
                  <a:gd name="connsiteX155" fmla="*/ 198061 w 608536"/>
                  <a:gd name="connsiteY155" fmla="*/ 156364 h 503243"/>
                  <a:gd name="connsiteX156" fmla="*/ 310012 w 608536"/>
                  <a:gd name="connsiteY156" fmla="*/ 0 h 503243"/>
                  <a:gd name="connsiteX157" fmla="*/ 454965 w 608536"/>
                  <a:gd name="connsiteY157" fmla="*/ 144817 h 503243"/>
                  <a:gd name="connsiteX158" fmla="*/ 436308 w 608536"/>
                  <a:gd name="connsiteY158" fmla="*/ 163456 h 503243"/>
                  <a:gd name="connsiteX159" fmla="*/ 308577 w 608536"/>
                  <a:gd name="connsiteY159" fmla="*/ 37280 h 503243"/>
                  <a:gd name="connsiteX160" fmla="*/ 177975 w 608536"/>
                  <a:gd name="connsiteY160" fmla="*/ 163456 h 503243"/>
                  <a:gd name="connsiteX161" fmla="*/ 159318 w 608536"/>
                  <a:gd name="connsiteY161" fmla="*/ 143383 h 50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8536" h="503243">
                    <a:moveTo>
                      <a:pt x="523858" y="377105"/>
                    </a:moveTo>
                    <a:lnTo>
                      <a:pt x="523858" y="424407"/>
                    </a:lnTo>
                    <a:lnTo>
                      <a:pt x="571220" y="424407"/>
                    </a:lnTo>
                    <a:lnTo>
                      <a:pt x="571220" y="377105"/>
                    </a:lnTo>
                    <a:close/>
                    <a:moveTo>
                      <a:pt x="452096" y="377105"/>
                    </a:moveTo>
                    <a:lnTo>
                      <a:pt x="452096" y="424407"/>
                    </a:lnTo>
                    <a:lnTo>
                      <a:pt x="499459" y="424407"/>
                    </a:lnTo>
                    <a:lnTo>
                      <a:pt x="499459" y="377105"/>
                    </a:lnTo>
                    <a:close/>
                    <a:moveTo>
                      <a:pt x="383205" y="377105"/>
                    </a:moveTo>
                    <a:lnTo>
                      <a:pt x="383205" y="424407"/>
                    </a:lnTo>
                    <a:lnTo>
                      <a:pt x="432003" y="424407"/>
                    </a:lnTo>
                    <a:lnTo>
                      <a:pt x="432003" y="377105"/>
                    </a:lnTo>
                    <a:close/>
                    <a:moveTo>
                      <a:pt x="177968" y="374239"/>
                    </a:moveTo>
                    <a:lnTo>
                      <a:pt x="177968" y="421540"/>
                    </a:lnTo>
                    <a:lnTo>
                      <a:pt x="226766" y="421540"/>
                    </a:lnTo>
                    <a:lnTo>
                      <a:pt x="226766" y="374239"/>
                    </a:lnTo>
                    <a:close/>
                    <a:moveTo>
                      <a:pt x="106207" y="374239"/>
                    </a:moveTo>
                    <a:lnTo>
                      <a:pt x="106207" y="421540"/>
                    </a:lnTo>
                    <a:lnTo>
                      <a:pt x="155004" y="421540"/>
                    </a:lnTo>
                    <a:lnTo>
                      <a:pt x="155004" y="374239"/>
                    </a:lnTo>
                    <a:close/>
                    <a:moveTo>
                      <a:pt x="38751" y="374239"/>
                    </a:moveTo>
                    <a:lnTo>
                      <a:pt x="38751" y="421540"/>
                    </a:lnTo>
                    <a:lnTo>
                      <a:pt x="86114" y="421540"/>
                    </a:lnTo>
                    <a:lnTo>
                      <a:pt x="86114" y="374239"/>
                    </a:lnTo>
                    <a:close/>
                    <a:moveTo>
                      <a:pt x="525293" y="308303"/>
                    </a:moveTo>
                    <a:lnTo>
                      <a:pt x="525293" y="354171"/>
                    </a:lnTo>
                    <a:lnTo>
                      <a:pt x="572655" y="354171"/>
                    </a:lnTo>
                    <a:lnTo>
                      <a:pt x="572655" y="308303"/>
                    </a:lnTo>
                    <a:close/>
                    <a:moveTo>
                      <a:pt x="453532" y="308303"/>
                    </a:moveTo>
                    <a:lnTo>
                      <a:pt x="453532" y="354171"/>
                    </a:lnTo>
                    <a:lnTo>
                      <a:pt x="500894" y="354171"/>
                    </a:lnTo>
                    <a:lnTo>
                      <a:pt x="500894" y="308303"/>
                    </a:lnTo>
                    <a:close/>
                    <a:moveTo>
                      <a:pt x="384641" y="308303"/>
                    </a:moveTo>
                    <a:lnTo>
                      <a:pt x="384641" y="354171"/>
                    </a:lnTo>
                    <a:lnTo>
                      <a:pt x="433438" y="354171"/>
                    </a:lnTo>
                    <a:lnTo>
                      <a:pt x="433438" y="308303"/>
                    </a:lnTo>
                    <a:close/>
                    <a:moveTo>
                      <a:pt x="179403" y="308303"/>
                    </a:moveTo>
                    <a:lnTo>
                      <a:pt x="179403" y="354171"/>
                    </a:lnTo>
                    <a:lnTo>
                      <a:pt x="228201" y="354171"/>
                    </a:lnTo>
                    <a:lnTo>
                      <a:pt x="228201" y="308303"/>
                    </a:lnTo>
                    <a:close/>
                    <a:moveTo>
                      <a:pt x="107642" y="308303"/>
                    </a:moveTo>
                    <a:lnTo>
                      <a:pt x="107642" y="354171"/>
                    </a:lnTo>
                    <a:lnTo>
                      <a:pt x="156440" y="354171"/>
                    </a:lnTo>
                    <a:lnTo>
                      <a:pt x="156440" y="308303"/>
                    </a:lnTo>
                    <a:close/>
                    <a:moveTo>
                      <a:pt x="40186" y="308303"/>
                    </a:moveTo>
                    <a:lnTo>
                      <a:pt x="40186" y="354171"/>
                    </a:lnTo>
                    <a:lnTo>
                      <a:pt x="87549" y="354171"/>
                    </a:lnTo>
                    <a:lnTo>
                      <a:pt x="87549" y="308303"/>
                    </a:lnTo>
                    <a:close/>
                    <a:moveTo>
                      <a:pt x="330095" y="212129"/>
                    </a:moveTo>
                    <a:lnTo>
                      <a:pt x="330135" y="212209"/>
                    </a:lnTo>
                    <a:lnTo>
                      <a:pt x="329493" y="212530"/>
                    </a:lnTo>
                    <a:close/>
                    <a:moveTo>
                      <a:pt x="307203" y="210776"/>
                    </a:moveTo>
                    <a:lnTo>
                      <a:pt x="307203" y="216509"/>
                    </a:lnTo>
                    <a:lnTo>
                      <a:pt x="311503" y="216509"/>
                    </a:lnTo>
                    <a:lnTo>
                      <a:pt x="311503" y="210776"/>
                    </a:lnTo>
                    <a:cubicBezTo>
                      <a:pt x="311503" y="210776"/>
                      <a:pt x="310070" y="210776"/>
                      <a:pt x="310070" y="210776"/>
                    </a:cubicBezTo>
                    <a:cubicBezTo>
                      <a:pt x="308637" y="210776"/>
                      <a:pt x="307203" y="210776"/>
                      <a:pt x="307203" y="210776"/>
                    </a:cubicBezTo>
                    <a:close/>
                    <a:moveTo>
                      <a:pt x="288571" y="205043"/>
                    </a:moveTo>
                    <a:lnTo>
                      <a:pt x="285704" y="209343"/>
                    </a:lnTo>
                    <a:lnTo>
                      <a:pt x="287138" y="210776"/>
                    </a:lnTo>
                    <a:lnTo>
                      <a:pt x="290004" y="206476"/>
                    </a:lnTo>
                    <a:cubicBezTo>
                      <a:pt x="290004" y="205043"/>
                      <a:pt x="288571" y="205043"/>
                      <a:pt x="288571" y="205043"/>
                    </a:cubicBezTo>
                    <a:close/>
                    <a:moveTo>
                      <a:pt x="344331" y="197092"/>
                    </a:moveTo>
                    <a:lnTo>
                      <a:pt x="345901" y="197877"/>
                    </a:lnTo>
                    <a:lnTo>
                      <a:pt x="344468" y="199310"/>
                    </a:lnTo>
                    <a:lnTo>
                      <a:pt x="343604" y="198878"/>
                    </a:lnTo>
                    <a:close/>
                    <a:moveTo>
                      <a:pt x="271372" y="193229"/>
                    </a:moveTo>
                    <a:lnTo>
                      <a:pt x="271974" y="194709"/>
                    </a:lnTo>
                    <a:lnTo>
                      <a:pt x="271372" y="195010"/>
                    </a:lnTo>
                    <a:close/>
                    <a:moveTo>
                      <a:pt x="347335" y="170644"/>
                    </a:moveTo>
                    <a:cubicBezTo>
                      <a:pt x="347335" y="172078"/>
                      <a:pt x="347335" y="172078"/>
                      <a:pt x="347335" y="173511"/>
                    </a:cubicBezTo>
                    <a:cubicBezTo>
                      <a:pt x="347335" y="173511"/>
                      <a:pt x="347335" y="174944"/>
                      <a:pt x="347335" y="174944"/>
                    </a:cubicBezTo>
                    <a:lnTo>
                      <a:pt x="351634" y="174944"/>
                    </a:lnTo>
                    <a:lnTo>
                      <a:pt x="351634" y="170644"/>
                    </a:lnTo>
                    <a:close/>
                    <a:moveTo>
                      <a:pt x="267072" y="170644"/>
                    </a:moveTo>
                    <a:lnTo>
                      <a:pt x="267072" y="174944"/>
                    </a:lnTo>
                    <a:lnTo>
                      <a:pt x="271372" y="174944"/>
                    </a:lnTo>
                    <a:cubicBezTo>
                      <a:pt x="271372" y="174944"/>
                      <a:pt x="271372" y="173511"/>
                      <a:pt x="271372" y="173511"/>
                    </a:cubicBezTo>
                    <a:cubicBezTo>
                      <a:pt x="271372" y="172078"/>
                      <a:pt x="271372" y="172078"/>
                      <a:pt x="271372" y="170644"/>
                    </a:cubicBezTo>
                    <a:close/>
                    <a:moveTo>
                      <a:pt x="347335" y="153445"/>
                    </a:moveTo>
                    <a:lnTo>
                      <a:pt x="348768" y="156312"/>
                    </a:lnTo>
                    <a:lnTo>
                      <a:pt x="348078" y="156542"/>
                    </a:lnTo>
                    <a:lnTo>
                      <a:pt x="346914" y="153726"/>
                    </a:lnTo>
                    <a:close/>
                    <a:moveTo>
                      <a:pt x="274238" y="149145"/>
                    </a:moveTo>
                    <a:lnTo>
                      <a:pt x="274238" y="150579"/>
                    </a:lnTo>
                    <a:lnTo>
                      <a:pt x="277105" y="153445"/>
                    </a:lnTo>
                    <a:cubicBezTo>
                      <a:pt x="277105" y="153445"/>
                      <a:pt x="278538" y="152012"/>
                      <a:pt x="278538" y="152012"/>
                    </a:cubicBezTo>
                    <a:close/>
                    <a:moveTo>
                      <a:pt x="307203" y="139113"/>
                    </a:moveTo>
                    <a:lnTo>
                      <a:pt x="307203" y="170644"/>
                    </a:lnTo>
                    <a:lnTo>
                      <a:pt x="307203" y="172078"/>
                    </a:lnTo>
                    <a:lnTo>
                      <a:pt x="307203" y="174944"/>
                    </a:lnTo>
                    <a:lnTo>
                      <a:pt x="288571" y="195010"/>
                    </a:lnTo>
                    <a:lnTo>
                      <a:pt x="290004" y="196443"/>
                    </a:lnTo>
                    <a:lnTo>
                      <a:pt x="307203" y="174944"/>
                    </a:lnTo>
                    <a:lnTo>
                      <a:pt x="333002" y="174944"/>
                    </a:lnTo>
                    <a:lnTo>
                      <a:pt x="333002" y="170644"/>
                    </a:lnTo>
                    <a:lnTo>
                      <a:pt x="311503" y="170644"/>
                    </a:lnTo>
                    <a:lnTo>
                      <a:pt x="311503" y="139113"/>
                    </a:lnTo>
                    <a:close/>
                    <a:moveTo>
                      <a:pt x="331569" y="137679"/>
                    </a:moveTo>
                    <a:lnTo>
                      <a:pt x="328702" y="141979"/>
                    </a:lnTo>
                    <a:cubicBezTo>
                      <a:pt x="330135" y="141979"/>
                      <a:pt x="330135" y="141979"/>
                      <a:pt x="331569" y="141979"/>
                    </a:cubicBezTo>
                    <a:lnTo>
                      <a:pt x="333002" y="139113"/>
                    </a:lnTo>
                    <a:close/>
                    <a:moveTo>
                      <a:pt x="288571" y="136246"/>
                    </a:moveTo>
                    <a:lnTo>
                      <a:pt x="291437" y="140546"/>
                    </a:lnTo>
                    <a:cubicBezTo>
                      <a:pt x="291437" y="140546"/>
                      <a:pt x="292871" y="139113"/>
                      <a:pt x="292871" y="139113"/>
                    </a:cubicBezTo>
                    <a:lnTo>
                      <a:pt x="291437" y="136246"/>
                    </a:lnTo>
                    <a:close/>
                    <a:moveTo>
                      <a:pt x="307203" y="130513"/>
                    </a:moveTo>
                    <a:lnTo>
                      <a:pt x="307203" y="136246"/>
                    </a:lnTo>
                    <a:cubicBezTo>
                      <a:pt x="307203" y="136246"/>
                      <a:pt x="308637" y="136246"/>
                      <a:pt x="310070" y="136246"/>
                    </a:cubicBezTo>
                    <a:cubicBezTo>
                      <a:pt x="310070" y="136246"/>
                      <a:pt x="311503" y="136246"/>
                      <a:pt x="311503" y="136246"/>
                    </a:cubicBezTo>
                    <a:lnTo>
                      <a:pt x="311503" y="130513"/>
                    </a:lnTo>
                    <a:close/>
                    <a:moveTo>
                      <a:pt x="308637" y="126213"/>
                    </a:moveTo>
                    <a:cubicBezTo>
                      <a:pt x="321536" y="126213"/>
                      <a:pt x="333002" y="131588"/>
                      <a:pt x="341243" y="140008"/>
                    </a:cubicBezTo>
                    <a:lnTo>
                      <a:pt x="346914" y="153726"/>
                    </a:lnTo>
                    <a:lnTo>
                      <a:pt x="343035" y="156312"/>
                    </a:lnTo>
                    <a:cubicBezTo>
                      <a:pt x="343035" y="156312"/>
                      <a:pt x="343035" y="157745"/>
                      <a:pt x="344468" y="157745"/>
                    </a:cubicBezTo>
                    <a:lnTo>
                      <a:pt x="348078" y="156542"/>
                    </a:lnTo>
                    <a:lnTo>
                      <a:pt x="354501" y="172078"/>
                    </a:lnTo>
                    <a:lnTo>
                      <a:pt x="344331" y="197092"/>
                    </a:lnTo>
                    <a:lnTo>
                      <a:pt x="340168" y="195010"/>
                    </a:lnTo>
                    <a:cubicBezTo>
                      <a:pt x="340168" y="195010"/>
                      <a:pt x="340168" y="196443"/>
                      <a:pt x="338735" y="196443"/>
                    </a:cubicBezTo>
                    <a:lnTo>
                      <a:pt x="343604" y="198878"/>
                    </a:lnTo>
                    <a:lnTo>
                      <a:pt x="341243" y="204685"/>
                    </a:lnTo>
                    <a:lnTo>
                      <a:pt x="330095" y="212129"/>
                    </a:lnTo>
                    <a:lnTo>
                      <a:pt x="327269" y="206476"/>
                    </a:lnTo>
                    <a:cubicBezTo>
                      <a:pt x="325836" y="206476"/>
                      <a:pt x="325836" y="207909"/>
                      <a:pt x="324402" y="207909"/>
                    </a:cubicBezTo>
                    <a:lnTo>
                      <a:pt x="327269" y="213642"/>
                    </a:lnTo>
                    <a:lnTo>
                      <a:pt x="329493" y="212530"/>
                    </a:lnTo>
                    <a:lnTo>
                      <a:pt x="326687" y="214404"/>
                    </a:lnTo>
                    <a:cubicBezTo>
                      <a:pt x="321178" y="216688"/>
                      <a:pt x="315086" y="217942"/>
                      <a:pt x="308637" y="217942"/>
                    </a:cubicBezTo>
                    <a:cubicBezTo>
                      <a:pt x="295738" y="217942"/>
                      <a:pt x="284271" y="212926"/>
                      <a:pt x="276030" y="204685"/>
                    </a:cubicBezTo>
                    <a:lnTo>
                      <a:pt x="271974" y="194709"/>
                    </a:lnTo>
                    <a:lnTo>
                      <a:pt x="277105" y="192143"/>
                    </a:lnTo>
                    <a:cubicBezTo>
                      <a:pt x="277105" y="192143"/>
                      <a:pt x="275671" y="190710"/>
                      <a:pt x="275671" y="190710"/>
                    </a:cubicBezTo>
                    <a:lnTo>
                      <a:pt x="271372" y="192143"/>
                    </a:lnTo>
                    <a:lnTo>
                      <a:pt x="271372" y="193229"/>
                    </a:lnTo>
                    <a:lnTo>
                      <a:pt x="262772" y="172078"/>
                    </a:lnTo>
                    <a:cubicBezTo>
                      <a:pt x="262772" y="147712"/>
                      <a:pt x="282838" y="126213"/>
                      <a:pt x="308637" y="126213"/>
                    </a:cubicBezTo>
                    <a:close/>
                    <a:moveTo>
                      <a:pt x="308574" y="117663"/>
                    </a:moveTo>
                    <a:cubicBezTo>
                      <a:pt x="278434" y="117663"/>
                      <a:pt x="252600" y="142030"/>
                      <a:pt x="252600" y="172132"/>
                    </a:cubicBezTo>
                    <a:cubicBezTo>
                      <a:pt x="252600" y="203666"/>
                      <a:pt x="278434" y="228033"/>
                      <a:pt x="308574" y="228033"/>
                    </a:cubicBezTo>
                    <a:cubicBezTo>
                      <a:pt x="338713" y="228033"/>
                      <a:pt x="363112" y="203666"/>
                      <a:pt x="363112" y="172132"/>
                    </a:cubicBezTo>
                    <a:cubicBezTo>
                      <a:pt x="363112" y="142030"/>
                      <a:pt x="338713" y="117663"/>
                      <a:pt x="308574" y="117663"/>
                    </a:cubicBezTo>
                    <a:close/>
                    <a:moveTo>
                      <a:pt x="307138" y="51727"/>
                    </a:moveTo>
                    <a:lnTo>
                      <a:pt x="417651" y="156364"/>
                    </a:lnTo>
                    <a:lnTo>
                      <a:pt x="417651" y="245234"/>
                    </a:lnTo>
                    <a:lnTo>
                      <a:pt x="608536" y="246667"/>
                    </a:lnTo>
                    <a:lnTo>
                      <a:pt x="608536" y="503243"/>
                    </a:lnTo>
                    <a:lnTo>
                      <a:pt x="343019" y="503243"/>
                    </a:lnTo>
                    <a:lnTo>
                      <a:pt x="343019" y="392873"/>
                    </a:lnTo>
                    <a:lnTo>
                      <a:pt x="271258" y="392873"/>
                    </a:lnTo>
                    <a:lnTo>
                      <a:pt x="271258" y="503243"/>
                    </a:lnTo>
                    <a:lnTo>
                      <a:pt x="0" y="503243"/>
                    </a:lnTo>
                    <a:lnTo>
                      <a:pt x="0" y="245234"/>
                    </a:lnTo>
                    <a:lnTo>
                      <a:pt x="198061" y="245234"/>
                    </a:lnTo>
                    <a:lnTo>
                      <a:pt x="198061" y="156364"/>
                    </a:lnTo>
                    <a:close/>
                    <a:moveTo>
                      <a:pt x="310012" y="0"/>
                    </a:moveTo>
                    <a:lnTo>
                      <a:pt x="454965" y="144817"/>
                    </a:lnTo>
                    <a:lnTo>
                      <a:pt x="436308" y="163456"/>
                    </a:lnTo>
                    <a:lnTo>
                      <a:pt x="308577" y="37280"/>
                    </a:lnTo>
                    <a:lnTo>
                      <a:pt x="177975" y="163456"/>
                    </a:lnTo>
                    <a:lnTo>
                      <a:pt x="159318" y="143383"/>
                    </a:ln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grpSp>
            <p:nvGrpSpPr>
              <p:cNvPr id="163" name="组合 162"/>
              <p:cNvGrpSpPr/>
              <p:nvPr/>
            </p:nvGrpSpPr>
            <p:grpSpPr>
              <a:xfrm>
                <a:off x="816863" y="827416"/>
                <a:ext cx="10703586" cy="5509179"/>
                <a:chOff x="816863" y="827416"/>
                <a:chExt cx="10703586" cy="5509179"/>
              </a:xfrm>
            </p:grpSpPr>
            <p:grpSp>
              <p:nvGrpSpPr>
                <p:cNvPr id="111" name="18568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816863" y="827416"/>
                  <a:ext cx="10703586" cy="5509179"/>
                  <a:chOff x="816863" y="827416"/>
                  <a:chExt cx="10703586" cy="5509179"/>
                </a:xfrm>
              </p:grpSpPr>
              <p:grpSp>
                <p:nvGrpSpPr>
                  <p:cNvPr id="112" name="íşľidè"/>
                  <p:cNvGrpSpPr/>
                  <p:nvPr/>
                </p:nvGrpSpPr>
                <p:grpSpPr>
                  <a:xfrm>
                    <a:off x="1833498" y="2533943"/>
                    <a:ext cx="3686438" cy="1516856"/>
                    <a:chOff x="669925" y="2133128"/>
                    <a:chExt cx="2263543" cy="1516856"/>
                  </a:xfrm>
                </p:grpSpPr>
                <p:sp>
                  <p:nvSpPr>
                    <p:cNvPr id="133" name="iṡľiḍè"/>
                    <p:cNvSpPr txBox="1"/>
                    <p:nvPr/>
                  </p:nvSpPr>
                  <p:spPr>
                    <a:xfrm>
                      <a:off x="669925" y="2644153"/>
                      <a:ext cx="2263543" cy="1005831"/>
                    </a:xfrm>
                    <a:prstGeom prst="rect">
                      <a:avLst/>
                    </a:prstGeom>
                    <a:noFill/>
                  </p:spPr>
                  <p:txBody>
                    <a:bodyPr wrap="square" lIns="90000" tIns="46800" rIns="90000" bIns="4680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50000"/>
                        </a:lnSpc>
                        <a:buFont typeface="Arial" panose="020B0604020202020204" pitchFamily="34" charset="0"/>
                        <a:buChar char="•"/>
                      </a:pPr>
                      <a:r>
                        <a:rPr lang="ko-KR" altLang="en-US" sz="1400" dirty="0">
                          <a:cs typeface="+mn-ea"/>
                          <a:sym typeface="+mn-lt"/>
                        </a:rPr>
                        <a:t>중국인 관립학교</a:t>
                      </a:r>
                      <a:endParaRPr lang="en-US" altLang="zh-CN" sz="1400" dirty="0">
                        <a:cs typeface="+mn-ea"/>
                        <a:sym typeface="+mn-lt"/>
                      </a:endParaRPr>
                    </a:p>
                  </p:txBody>
                </p:sp>
                <p:sp>
                  <p:nvSpPr>
                    <p:cNvPr id="134" name="iSḻïḋé"/>
                    <p:cNvSpPr txBox="1"/>
                    <p:nvPr/>
                  </p:nvSpPr>
                  <p:spPr>
                    <a:xfrm>
                      <a:off x="669925" y="2133128"/>
                      <a:ext cx="2263543" cy="423195"/>
                    </a:xfrm>
                    <a:prstGeom prst="rect">
                      <a:avLst/>
                    </a:prstGeom>
                    <a:noFill/>
                  </p:spPr>
                  <p:txBody>
                    <a:bodyPr wrap="non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800" b="1" dirty="0">
                          <a:solidFill>
                            <a:schemeClr val="tx1"/>
                          </a:solidFill>
                          <a:cs typeface="+mn-ea"/>
                          <a:sym typeface="+mn-lt"/>
                        </a:rPr>
                        <a:t>1931</a:t>
                      </a:r>
                      <a:r>
                        <a:rPr lang="ko-KR" altLang="en-US" sz="1800" b="1" dirty="0">
                          <a:solidFill>
                            <a:schemeClr val="tx1"/>
                          </a:solidFill>
                          <a:cs typeface="+mn-ea"/>
                          <a:sym typeface="+mn-lt"/>
                        </a:rPr>
                        <a:t>년 대랍자학교에 입학</a:t>
                      </a:r>
                      <a:endParaRPr lang="zh-CN" altLang="en-US" sz="1800" b="1" dirty="0">
                        <a:solidFill>
                          <a:schemeClr val="tx1"/>
                        </a:solidFill>
                        <a:cs typeface="+mn-ea"/>
                        <a:sym typeface="+mn-lt"/>
                      </a:endParaRPr>
                    </a:p>
                  </p:txBody>
                </p:sp>
              </p:grpSp>
              <p:sp>
                <p:nvSpPr>
                  <p:cNvPr id="113" name="îşḷiḓe" title="LjXxPfK7a53MF99"/>
                  <p:cNvSpPr/>
                  <p:nvPr/>
                </p:nvSpPr>
                <p:spPr bwMode="auto">
                  <a:xfrm>
                    <a:off x="857552" y="3056549"/>
                    <a:ext cx="692042" cy="605562"/>
                  </a:xfrm>
                  <a:custGeom>
                    <a:avLst/>
                    <a:gdLst>
                      <a:gd name="connsiteX0" fmla="*/ 484272 w 609047"/>
                      <a:gd name="connsiteY0" fmla="*/ 445625 h 571443"/>
                      <a:gd name="connsiteX1" fmla="*/ 518674 w 609047"/>
                      <a:gd name="connsiteY1" fmla="*/ 445625 h 571443"/>
                      <a:gd name="connsiteX2" fmla="*/ 525783 w 609047"/>
                      <a:gd name="connsiteY2" fmla="*/ 452725 h 571443"/>
                      <a:gd name="connsiteX3" fmla="*/ 525783 w 609047"/>
                      <a:gd name="connsiteY3" fmla="*/ 494185 h 571443"/>
                      <a:gd name="connsiteX4" fmla="*/ 518674 w 609047"/>
                      <a:gd name="connsiteY4" fmla="*/ 501372 h 571443"/>
                      <a:gd name="connsiteX5" fmla="*/ 484272 w 609047"/>
                      <a:gd name="connsiteY5" fmla="*/ 501372 h 571443"/>
                      <a:gd name="connsiteX6" fmla="*/ 477163 w 609047"/>
                      <a:gd name="connsiteY6" fmla="*/ 494185 h 571443"/>
                      <a:gd name="connsiteX7" fmla="*/ 477163 w 609047"/>
                      <a:gd name="connsiteY7" fmla="*/ 452725 h 571443"/>
                      <a:gd name="connsiteX8" fmla="*/ 484272 w 609047"/>
                      <a:gd name="connsiteY8" fmla="*/ 445625 h 571443"/>
                      <a:gd name="connsiteX9" fmla="*/ 414057 w 609047"/>
                      <a:gd name="connsiteY9" fmla="*/ 445625 h 571443"/>
                      <a:gd name="connsiteX10" fmla="*/ 448447 w 609047"/>
                      <a:gd name="connsiteY10" fmla="*/ 445625 h 571443"/>
                      <a:gd name="connsiteX11" fmla="*/ 455641 w 609047"/>
                      <a:gd name="connsiteY11" fmla="*/ 452725 h 571443"/>
                      <a:gd name="connsiteX12" fmla="*/ 455641 w 609047"/>
                      <a:gd name="connsiteY12" fmla="*/ 494185 h 571443"/>
                      <a:gd name="connsiteX13" fmla="*/ 448447 w 609047"/>
                      <a:gd name="connsiteY13" fmla="*/ 501372 h 571443"/>
                      <a:gd name="connsiteX14" fmla="*/ 414057 w 609047"/>
                      <a:gd name="connsiteY14" fmla="*/ 501372 h 571443"/>
                      <a:gd name="connsiteX15" fmla="*/ 406951 w 609047"/>
                      <a:gd name="connsiteY15" fmla="*/ 494185 h 571443"/>
                      <a:gd name="connsiteX16" fmla="*/ 406951 w 609047"/>
                      <a:gd name="connsiteY16" fmla="*/ 452725 h 571443"/>
                      <a:gd name="connsiteX17" fmla="*/ 414057 w 609047"/>
                      <a:gd name="connsiteY17" fmla="*/ 445625 h 571443"/>
                      <a:gd name="connsiteX18" fmla="*/ 161869 w 609047"/>
                      <a:gd name="connsiteY18" fmla="*/ 445625 h 571443"/>
                      <a:gd name="connsiteX19" fmla="*/ 196321 w 609047"/>
                      <a:gd name="connsiteY19" fmla="*/ 445625 h 571443"/>
                      <a:gd name="connsiteX20" fmla="*/ 203440 w 609047"/>
                      <a:gd name="connsiteY20" fmla="*/ 452725 h 571443"/>
                      <a:gd name="connsiteX21" fmla="*/ 203440 w 609047"/>
                      <a:gd name="connsiteY21" fmla="*/ 494185 h 571443"/>
                      <a:gd name="connsiteX22" fmla="*/ 196321 w 609047"/>
                      <a:gd name="connsiteY22" fmla="*/ 501372 h 571443"/>
                      <a:gd name="connsiteX23" fmla="*/ 161869 w 609047"/>
                      <a:gd name="connsiteY23" fmla="*/ 501372 h 571443"/>
                      <a:gd name="connsiteX24" fmla="*/ 154750 w 609047"/>
                      <a:gd name="connsiteY24" fmla="*/ 494185 h 571443"/>
                      <a:gd name="connsiteX25" fmla="*/ 154750 w 609047"/>
                      <a:gd name="connsiteY25" fmla="*/ 452725 h 571443"/>
                      <a:gd name="connsiteX26" fmla="*/ 161869 w 609047"/>
                      <a:gd name="connsiteY26" fmla="*/ 445625 h 571443"/>
                      <a:gd name="connsiteX27" fmla="*/ 91653 w 609047"/>
                      <a:gd name="connsiteY27" fmla="*/ 445625 h 571443"/>
                      <a:gd name="connsiteX28" fmla="*/ 126094 w 609047"/>
                      <a:gd name="connsiteY28" fmla="*/ 445625 h 571443"/>
                      <a:gd name="connsiteX29" fmla="*/ 133298 w 609047"/>
                      <a:gd name="connsiteY29" fmla="*/ 452725 h 571443"/>
                      <a:gd name="connsiteX30" fmla="*/ 133298 w 609047"/>
                      <a:gd name="connsiteY30" fmla="*/ 494185 h 571443"/>
                      <a:gd name="connsiteX31" fmla="*/ 126094 w 609047"/>
                      <a:gd name="connsiteY31" fmla="*/ 501372 h 571443"/>
                      <a:gd name="connsiteX32" fmla="*/ 91653 w 609047"/>
                      <a:gd name="connsiteY32" fmla="*/ 501372 h 571443"/>
                      <a:gd name="connsiteX33" fmla="*/ 84537 w 609047"/>
                      <a:gd name="connsiteY33" fmla="*/ 494185 h 571443"/>
                      <a:gd name="connsiteX34" fmla="*/ 84537 w 609047"/>
                      <a:gd name="connsiteY34" fmla="*/ 452725 h 571443"/>
                      <a:gd name="connsiteX35" fmla="*/ 91653 w 609047"/>
                      <a:gd name="connsiteY35" fmla="*/ 445625 h 571443"/>
                      <a:gd name="connsiteX36" fmla="*/ 484272 w 609047"/>
                      <a:gd name="connsiteY36" fmla="*/ 365463 h 571443"/>
                      <a:gd name="connsiteX37" fmla="*/ 518674 w 609047"/>
                      <a:gd name="connsiteY37" fmla="*/ 365463 h 571443"/>
                      <a:gd name="connsiteX38" fmla="*/ 525783 w 609047"/>
                      <a:gd name="connsiteY38" fmla="*/ 372563 h 571443"/>
                      <a:gd name="connsiteX39" fmla="*/ 525783 w 609047"/>
                      <a:gd name="connsiteY39" fmla="*/ 414110 h 571443"/>
                      <a:gd name="connsiteX40" fmla="*/ 518674 w 609047"/>
                      <a:gd name="connsiteY40" fmla="*/ 421210 h 571443"/>
                      <a:gd name="connsiteX41" fmla="*/ 484272 w 609047"/>
                      <a:gd name="connsiteY41" fmla="*/ 421210 h 571443"/>
                      <a:gd name="connsiteX42" fmla="*/ 477163 w 609047"/>
                      <a:gd name="connsiteY42" fmla="*/ 414110 h 571443"/>
                      <a:gd name="connsiteX43" fmla="*/ 477163 w 609047"/>
                      <a:gd name="connsiteY43" fmla="*/ 372563 h 571443"/>
                      <a:gd name="connsiteX44" fmla="*/ 484272 w 609047"/>
                      <a:gd name="connsiteY44" fmla="*/ 365463 h 571443"/>
                      <a:gd name="connsiteX45" fmla="*/ 414057 w 609047"/>
                      <a:gd name="connsiteY45" fmla="*/ 365463 h 571443"/>
                      <a:gd name="connsiteX46" fmla="*/ 448447 w 609047"/>
                      <a:gd name="connsiteY46" fmla="*/ 365463 h 571443"/>
                      <a:gd name="connsiteX47" fmla="*/ 455641 w 609047"/>
                      <a:gd name="connsiteY47" fmla="*/ 372563 h 571443"/>
                      <a:gd name="connsiteX48" fmla="*/ 455641 w 609047"/>
                      <a:gd name="connsiteY48" fmla="*/ 414110 h 571443"/>
                      <a:gd name="connsiteX49" fmla="*/ 448447 w 609047"/>
                      <a:gd name="connsiteY49" fmla="*/ 421210 h 571443"/>
                      <a:gd name="connsiteX50" fmla="*/ 414057 w 609047"/>
                      <a:gd name="connsiteY50" fmla="*/ 421210 h 571443"/>
                      <a:gd name="connsiteX51" fmla="*/ 406951 w 609047"/>
                      <a:gd name="connsiteY51" fmla="*/ 414110 h 571443"/>
                      <a:gd name="connsiteX52" fmla="*/ 406951 w 609047"/>
                      <a:gd name="connsiteY52" fmla="*/ 372563 h 571443"/>
                      <a:gd name="connsiteX53" fmla="*/ 414057 w 609047"/>
                      <a:gd name="connsiteY53" fmla="*/ 365463 h 571443"/>
                      <a:gd name="connsiteX54" fmla="*/ 161869 w 609047"/>
                      <a:gd name="connsiteY54" fmla="*/ 365463 h 571443"/>
                      <a:gd name="connsiteX55" fmla="*/ 196321 w 609047"/>
                      <a:gd name="connsiteY55" fmla="*/ 365463 h 571443"/>
                      <a:gd name="connsiteX56" fmla="*/ 203440 w 609047"/>
                      <a:gd name="connsiteY56" fmla="*/ 372563 h 571443"/>
                      <a:gd name="connsiteX57" fmla="*/ 203440 w 609047"/>
                      <a:gd name="connsiteY57" fmla="*/ 414023 h 571443"/>
                      <a:gd name="connsiteX58" fmla="*/ 196321 w 609047"/>
                      <a:gd name="connsiteY58" fmla="*/ 421210 h 571443"/>
                      <a:gd name="connsiteX59" fmla="*/ 161869 w 609047"/>
                      <a:gd name="connsiteY59" fmla="*/ 421210 h 571443"/>
                      <a:gd name="connsiteX60" fmla="*/ 154750 w 609047"/>
                      <a:gd name="connsiteY60" fmla="*/ 414023 h 571443"/>
                      <a:gd name="connsiteX61" fmla="*/ 154750 w 609047"/>
                      <a:gd name="connsiteY61" fmla="*/ 372563 h 571443"/>
                      <a:gd name="connsiteX62" fmla="*/ 161869 w 609047"/>
                      <a:gd name="connsiteY62" fmla="*/ 365463 h 571443"/>
                      <a:gd name="connsiteX63" fmla="*/ 91653 w 609047"/>
                      <a:gd name="connsiteY63" fmla="*/ 365463 h 571443"/>
                      <a:gd name="connsiteX64" fmla="*/ 126094 w 609047"/>
                      <a:gd name="connsiteY64" fmla="*/ 365463 h 571443"/>
                      <a:gd name="connsiteX65" fmla="*/ 133298 w 609047"/>
                      <a:gd name="connsiteY65" fmla="*/ 372563 h 571443"/>
                      <a:gd name="connsiteX66" fmla="*/ 133298 w 609047"/>
                      <a:gd name="connsiteY66" fmla="*/ 414023 h 571443"/>
                      <a:gd name="connsiteX67" fmla="*/ 126094 w 609047"/>
                      <a:gd name="connsiteY67" fmla="*/ 421210 h 571443"/>
                      <a:gd name="connsiteX68" fmla="*/ 91653 w 609047"/>
                      <a:gd name="connsiteY68" fmla="*/ 421210 h 571443"/>
                      <a:gd name="connsiteX69" fmla="*/ 84537 w 609047"/>
                      <a:gd name="connsiteY69" fmla="*/ 414023 h 571443"/>
                      <a:gd name="connsiteX70" fmla="*/ 84537 w 609047"/>
                      <a:gd name="connsiteY70" fmla="*/ 372563 h 571443"/>
                      <a:gd name="connsiteX71" fmla="*/ 91653 w 609047"/>
                      <a:gd name="connsiteY71" fmla="*/ 365463 h 571443"/>
                      <a:gd name="connsiteX72" fmla="*/ 484272 w 609047"/>
                      <a:gd name="connsiteY72" fmla="*/ 286782 h 571443"/>
                      <a:gd name="connsiteX73" fmla="*/ 518674 w 609047"/>
                      <a:gd name="connsiteY73" fmla="*/ 286782 h 571443"/>
                      <a:gd name="connsiteX74" fmla="*/ 525783 w 609047"/>
                      <a:gd name="connsiteY74" fmla="*/ 293970 h 571443"/>
                      <a:gd name="connsiteX75" fmla="*/ 525783 w 609047"/>
                      <a:gd name="connsiteY75" fmla="*/ 335429 h 571443"/>
                      <a:gd name="connsiteX76" fmla="*/ 518674 w 609047"/>
                      <a:gd name="connsiteY76" fmla="*/ 342529 h 571443"/>
                      <a:gd name="connsiteX77" fmla="*/ 484272 w 609047"/>
                      <a:gd name="connsiteY77" fmla="*/ 342529 h 571443"/>
                      <a:gd name="connsiteX78" fmla="*/ 477163 w 609047"/>
                      <a:gd name="connsiteY78" fmla="*/ 335429 h 571443"/>
                      <a:gd name="connsiteX79" fmla="*/ 477163 w 609047"/>
                      <a:gd name="connsiteY79" fmla="*/ 293970 h 571443"/>
                      <a:gd name="connsiteX80" fmla="*/ 484272 w 609047"/>
                      <a:gd name="connsiteY80" fmla="*/ 286782 h 571443"/>
                      <a:gd name="connsiteX81" fmla="*/ 414057 w 609047"/>
                      <a:gd name="connsiteY81" fmla="*/ 286782 h 571443"/>
                      <a:gd name="connsiteX82" fmla="*/ 448447 w 609047"/>
                      <a:gd name="connsiteY82" fmla="*/ 286782 h 571443"/>
                      <a:gd name="connsiteX83" fmla="*/ 455641 w 609047"/>
                      <a:gd name="connsiteY83" fmla="*/ 293970 h 571443"/>
                      <a:gd name="connsiteX84" fmla="*/ 455641 w 609047"/>
                      <a:gd name="connsiteY84" fmla="*/ 335429 h 571443"/>
                      <a:gd name="connsiteX85" fmla="*/ 448447 w 609047"/>
                      <a:gd name="connsiteY85" fmla="*/ 342529 h 571443"/>
                      <a:gd name="connsiteX86" fmla="*/ 414057 w 609047"/>
                      <a:gd name="connsiteY86" fmla="*/ 342529 h 571443"/>
                      <a:gd name="connsiteX87" fmla="*/ 406951 w 609047"/>
                      <a:gd name="connsiteY87" fmla="*/ 335429 h 571443"/>
                      <a:gd name="connsiteX88" fmla="*/ 406951 w 609047"/>
                      <a:gd name="connsiteY88" fmla="*/ 293970 h 571443"/>
                      <a:gd name="connsiteX89" fmla="*/ 414057 w 609047"/>
                      <a:gd name="connsiteY89" fmla="*/ 286782 h 571443"/>
                      <a:gd name="connsiteX90" fmla="*/ 161869 w 609047"/>
                      <a:gd name="connsiteY90" fmla="*/ 286782 h 571443"/>
                      <a:gd name="connsiteX91" fmla="*/ 196321 w 609047"/>
                      <a:gd name="connsiteY91" fmla="*/ 286782 h 571443"/>
                      <a:gd name="connsiteX92" fmla="*/ 203440 w 609047"/>
                      <a:gd name="connsiteY92" fmla="*/ 293970 h 571443"/>
                      <a:gd name="connsiteX93" fmla="*/ 203440 w 609047"/>
                      <a:gd name="connsiteY93" fmla="*/ 335429 h 571443"/>
                      <a:gd name="connsiteX94" fmla="*/ 196321 w 609047"/>
                      <a:gd name="connsiteY94" fmla="*/ 342529 h 571443"/>
                      <a:gd name="connsiteX95" fmla="*/ 161869 w 609047"/>
                      <a:gd name="connsiteY95" fmla="*/ 342529 h 571443"/>
                      <a:gd name="connsiteX96" fmla="*/ 154750 w 609047"/>
                      <a:gd name="connsiteY96" fmla="*/ 335429 h 571443"/>
                      <a:gd name="connsiteX97" fmla="*/ 154750 w 609047"/>
                      <a:gd name="connsiteY97" fmla="*/ 293970 h 571443"/>
                      <a:gd name="connsiteX98" fmla="*/ 161869 w 609047"/>
                      <a:gd name="connsiteY98" fmla="*/ 286782 h 571443"/>
                      <a:gd name="connsiteX99" fmla="*/ 91653 w 609047"/>
                      <a:gd name="connsiteY99" fmla="*/ 286782 h 571443"/>
                      <a:gd name="connsiteX100" fmla="*/ 126094 w 609047"/>
                      <a:gd name="connsiteY100" fmla="*/ 286782 h 571443"/>
                      <a:gd name="connsiteX101" fmla="*/ 133298 w 609047"/>
                      <a:gd name="connsiteY101" fmla="*/ 293970 h 571443"/>
                      <a:gd name="connsiteX102" fmla="*/ 133298 w 609047"/>
                      <a:gd name="connsiteY102" fmla="*/ 335429 h 571443"/>
                      <a:gd name="connsiteX103" fmla="*/ 126094 w 609047"/>
                      <a:gd name="connsiteY103" fmla="*/ 342529 h 571443"/>
                      <a:gd name="connsiteX104" fmla="*/ 91653 w 609047"/>
                      <a:gd name="connsiteY104" fmla="*/ 342529 h 571443"/>
                      <a:gd name="connsiteX105" fmla="*/ 84537 w 609047"/>
                      <a:gd name="connsiteY105" fmla="*/ 335429 h 571443"/>
                      <a:gd name="connsiteX106" fmla="*/ 84537 w 609047"/>
                      <a:gd name="connsiteY106" fmla="*/ 293970 h 571443"/>
                      <a:gd name="connsiteX107" fmla="*/ 91653 w 609047"/>
                      <a:gd name="connsiteY107" fmla="*/ 286782 h 571443"/>
                      <a:gd name="connsiteX108" fmla="*/ 305160 w 609047"/>
                      <a:gd name="connsiteY108" fmla="*/ 100772 h 571443"/>
                      <a:gd name="connsiteX109" fmla="*/ 355297 w 609047"/>
                      <a:gd name="connsiteY109" fmla="*/ 150874 h 571443"/>
                      <a:gd name="connsiteX110" fmla="*/ 305160 w 609047"/>
                      <a:gd name="connsiteY110" fmla="*/ 200976 h 571443"/>
                      <a:gd name="connsiteX111" fmla="*/ 255023 w 609047"/>
                      <a:gd name="connsiteY111" fmla="*/ 150874 h 571443"/>
                      <a:gd name="connsiteX112" fmla="*/ 305160 w 609047"/>
                      <a:gd name="connsiteY112" fmla="*/ 100772 h 571443"/>
                      <a:gd name="connsiteX113" fmla="*/ 306565 w 609047"/>
                      <a:gd name="connsiteY113" fmla="*/ 43647 h 571443"/>
                      <a:gd name="connsiteX114" fmla="*/ 226412 w 609047"/>
                      <a:gd name="connsiteY114" fmla="*/ 86505 h 571443"/>
                      <a:gd name="connsiteX115" fmla="*/ 226412 w 609047"/>
                      <a:gd name="connsiteY115" fmla="*/ 182389 h 571443"/>
                      <a:gd name="connsiteX116" fmla="*/ 226412 w 609047"/>
                      <a:gd name="connsiteY116" fmla="*/ 226737 h 571443"/>
                      <a:gd name="connsiteX117" fmla="*/ 204903 w 609047"/>
                      <a:gd name="connsiteY117" fmla="*/ 248122 h 571443"/>
                      <a:gd name="connsiteX118" fmla="*/ 44422 w 609047"/>
                      <a:gd name="connsiteY118" fmla="*/ 248122 h 571443"/>
                      <a:gd name="connsiteX119" fmla="*/ 44422 w 609047"/>
                      <a:gd name="connsiteY119" fmla="*/ 527095 h 571443"/>
                      <a:gd name="connsiteX120" fmla="*/ 246428 w 609047"/>
                      <a:gd name="connsiteY120" fmla="*/ 527095 h 571443"/>
                      <a:gd name="connsiteX121" fmla="*/ 246428 w 609047"/>
                      <a:gd name="connsiteY121" fmla="*/ 388354 h 571443"/>
                      <a:gd name="connsiteX122" fmla="*/ 305160 w 609047"/>
                      <a:gd name="connsiteY122" fmla="*/ 329719 h 571443"/>
                      <a:gd name="connsiteX123" fmla="*/ 363892 w 609047"/>
                      <a:gd name="connsiteY123" fmla="*/ 388354 h 571443"/>
                      <a:gd name="connsiteX124" fmla="*/ 363892 w 609047"/>
                      <a:gd name="connsiteY124" fmla="*/ 527095 h 571443"/>
                      <a:gd name="connsiteX125" fmla="*/ 567390 w 609047"/>
                      <a:gd name="connsiteY125" fmla="*/ 527095 h 571443"/>
                      <a:gd name="connsiteX126" fmla="*/ 568795 w 609047"/>
                      <a:gd name="connsiteY126" fmla="*/ 527095 h 571443"/>
                      <a:gd name="connsiteX127" fmla="*/ 568795 w 609047"/>
                      <a:gd name="connsiteY127" fmla="*/ 248122 h 571443"/>
                      <a:gd name="connsiteX128" fmla="*/ 408314 w 609047"/>
                      <a:gd name="connsiteY128" fmla="*/ 248122 h 571443"/>
                      <a:gd name="connsiteX129" fmla="*/ 386805 w 609047"/>
                      <a:gd name="connsiteY129" fmla="*/ 226737 h 571443"/>
                      <a:gd name="connsiteX130" fmla="*/ 386805 w 609047"/>
                      <a:gd name="connsiteY130" fmla="*/ 182389 h 571443"/>
                      <a:gd name="connsiteX131" fmla="*/ 386805 w 609047"/>
                      <a:gd name="connsiteY131" fmla="*/ 86505 h 571443"/>
                      <a:gd name="connsiteX132" fmla="*/ 295152 w 609047"/>
                      <a:gd name="connsiteY132" fmla="*/ 2103 h 571443"/>
                      <a:gd name="connsiteX133" fmla="*/ 315168 w 609047"/>
                      <a:gd name="connsiteY133" fmla="*/ 2103 h 571443"/>
                      <a:gd name="connsiteX134" fmla="*/ 459935 w 609047"/>
                      <a:gd name="connsiteY134" fmla="*/ 79406 h 571443"/>
                      <a:gd name="connsiteX135" fmla="*/ 468538 w 609047"/>
                      <a:gd name="connsiteY135" fmla="*/ 107979 h 571443"/>
                      <a:gd name="connsiteX136" fmla="*/ 439831 w 609047"/>
                      <a:gd name="connsiteY136" fmla="*/ 116568 h 571443"/>
                      <a:gd name="connsiteX137" fmla="*/ 428418 w 609047"/>
                      <a:gd name="connsiteY137" fmla="*/ 110871 h 571443"/>
                      <a:gd name="connsiteX138" fmla="*/ 428418 w 609047"/>
                      <a:gd name="connsiteY138" fmla="*/ 162318 h 571443"/>
                      <a:gd name="connsiteX139" fmla="*/ 588899 w 609047"/>
                      <a:gd name="connsiteY139" fmla="*/ 162318 h 571443"/>
                      <a:gd name="connsiteX140" fmla="*/ 608915 w 609047"/>
                      <a:gd name="connsiteY140" fmla="*/ 182389 h 571443"/>
                      <a:gd name="connsiteX141" fmla="*/ 608915 w 609047"/>
                      <a:gd name="connsiteY141" fmla="*/ 226737 h 571443"/>
                      <a:gd name="connsiteX142" fmla="*/ 608915 w 609047"/>
                      <a:gd name="connsiteY142" fmla="*/ 549970 h 571443"/>
                      <a:gd name="connsiteX143" fmla="*/ 587407 w 609047"/>
                      <a:gd name="connsiteY143" fmla="*/ 571443 h 571443"/>
                      <a:gd name="connsiteX144" fmla="*/ 21509 w 609047"/>
                      <a:gd name="connsiteY144" fmla="*/ 571443 h 571443"/>
                      <a:gd name="connsiteX145" fmla="*/ 0 w 609047"/>
                      <a:gd name="connsiteY145" fmla="*/ 549970 h 571443"/>
                      <a:gd name="connsiteX146" fmla="*/ 0 w 609047"/>
                      <a:gd name="connsiteY146" fmla="*/ 228139 h 571443"/>
                      <a:gd name="connsiteX147" fmla="*/ 0 w 609047"/>
                      <a:gd name="connsiteY147" fmla="*/ 183791 h 571443"/>
                      <a:gd name="connsiteX148" fmla="*/ 21509 w 609047"/>
                      <a:gd name="connsiteY148" fmla="*/ 162318 h 571443"/>
                      <a:gd name="connsiteX149" fmla="*/ 181990 w 609047"/>
                      <a:gd name="connsiteY149" fmla="*/ 162318 h 571443"/>
                      <a:gd name="connsiteX150" fmla="*/ 181990 w 609047"/>
                      <a:gd name="connsiteY150" fmla="*/ 110871 h 571443"/>
                      <a:gd name="connsiteX151" fmla="*/ 170489 w 609047"/>
                      <a:gd name="connsiteY151" fmla="*/ 116568 h 571443"/>
                      <a:gd name="connsiteX152" fmla="*/ 160481 w 609047"/>
                      <a:gd name="connsiteY152" fmla="*/ 119460 h 571443"/>
                      <a:gd name="connsiteX153" fmla="*/ 141870 w 609047"/>
                      <a:gd name="connsiteY153" fmla="*/ 107979 h 571443"/>
                      <a:gd name="connsiteX154" fmla="*/ 150473 w 609047"/>
                      <a:gd name="connsiteY154" fmla="*/ 79406 h 571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609047" h="571443">
                        <a:moveTo>
                          <a:pt x="484272" y="445625"/>
                        </a:moveTo>
                        <a:lnTo>
                          <a:pt x="518674" y="445625"/>
                        </a:lnTo>
                        <a:cubicBezTo>
                          <a:pt x="522975" y="445625"/>
                          <a:pt x="525783" y="448430"/>
                          <a:pt x="525783" y="452725"/>
                        </a:cubicBezTo>
                        <a:lnTo>
                          <a:pt x="525783" y="494185"/>
                        </a:lnTo>
                        <a:cubicBezTo>
                          <a:pt x="525783" y="498480"/>
                          <a:pt x="522975" y="501372"/>
                          <a:pt x="518674" y="501372"/>
                        </a:cubicBezTo>
                        <a:lnTo>
                          <a:pt x="484272" y="501372"/>
                        </a:lnTo>
                        <a:cubicBezTo>
                          <a:pt x="479971" y="501372"/>
                          <a:pt x="477163" y="498480"/>
                          <a:pt x="477163" y="494185"/>
                        </a:cubicBezTo>
                        <a:lnTo>
                          <a:pt x="477163" y="452725"/>
                        </a:lnTo>
                        <a:cubicBezTo>
                          <a:pt x="477163" y="448430"/>
                          <a:pt x="479971" y="445625"/>
                          <a:pt x="484272" y="445625"/>
                        </a:cubicBezTo>
                        <a:close/>
                        <a:moveTo>
                          <a:pt x="414057" y="445625"/>
                        </a:moveTo>
                        <a:lnTo>
                          <a:pt x="448447" y="445625"/>
                        </a:lnTo>
                        <a:cubicBezTo>
                          <a:pt x="452746" y="445625"/>
                          <a:pt x="455641" y="448430"/>
                          <a:pt x="455641" y="452725"/>
                        </a:cubicBezTo>
                        <a:lnTo>
                          <a:pt x="455641" y="494185"/>
                        </a:lnTo>
                        <a:cubicBezTo>
                          <a:pt x="455641" y="498480"/>
                          <a:pt x="452746" y="501372"/>
                          <a:pt x="448447" y="501372"/>
                        </a:cubicBezTo>
                        <a:lnTo>
                          <a:pt x="414057" y="501372"/>
                        </a:lnTo>
                        <a:cubicBezTo>
                          <a:pt x="409846" y="501372"/>
                          <a:pt x="406951" y="498480"/>
                          <a:pt x="406951" y="494185"/>
                        </a:cubicBezTo>
                        <a:lnTo>
                          <a:pt x="406951" y="452725"/>
                        </a:lnTo>
                        <a:cubicBezTo>
                          <a:pt x="406951" y="448430"/>
                          <a:pt x="409846" y="445625"/>
                          <a:pt x="414057" y="445625"/>
                        </a:cubicBezTo>
                        <a:close/>
                        <a:moveTo>
                          <a:pt x="161869" y="445625"/>
                        </a:moveTo>
                        <a:lnTo>
                          <a:pt x="196321" y="445625"/>
                        </a:lnTo>
                        <a:cubicBezTo>
                          <a:pt x="200628" y="445625"/>
                          <a:pt x="203440" y="449833"/>
                          <a:pt x="203440" y="452725"/>
                        </a:cubicBezTo>
                        <a:lnTo>
                          <a:pt x="203440" y="494185"/>
                        </a:lnTo>
                        <a:cubicBezTo>
                          <a:pt x="203440" y="498480"/>
                          <a:pt x="200628" y="501372"/>
                          <a:pt x="196321" y="501372"/>
                        </a:cubicBezTo>
                        <a:lnTo>
                          <a:pt x="161869" y="501372"/>
                        </a:lnTo>
                        <a:cubicBezTo>
                          <a:pt x="157562" y="501372"/>
                          <a:pt x="154750" y="498480"/>
                          <a:pt x="154750" y="494185"/>
                        </a:cubicBezTo>
                        <a:lnTo>
                          <a:pt x="154750" y="452725"/>
                        </a:lnTo>
                        <a:cubicBezTo>
                          <a:pt x="154750" y="448430"/>
                          <a:pt x="157562" y="445625"/>
                          <a:pt x="161869" y="445625"/>
                        </a:cubicBezTo>
                        <a:close/>
                        <a:moveTo>
                          <a:pt x="91653" y="445625"/>
                        </a:moveTo>
                        <a:lnTo>
                          <a:pt x="126094" y="445625"/>
                        </a:lnTo>
                        <a:cubicBezTo>
                          <a:pt x="130399" y="445625"/>
                          <a:pt x="133298" y="449833"/>
                          <a:pt x="133298" y="452725"/>
                        </a:cubicBezTo>
                        <a:lnTo>
                          <a:pt x="133298" y="494185"/>
                        </a:lnTo>
                        <a:cubicBezTo>
                          <a:pt x="133298" y="498480"/>
                          <a:pt x="130399" y="501372"/>
                          <a:pt x="126094" y="501372"/>
                        </a:cubicBezTo>
                        <a:lnTo>
                          <a:pt x="91653" y="501372"/>
                        </a:lnTo>
                        <a:cubicBezTo>
                          <a:pt x="87436" y="501372"/>
                          <a:pt x="84537" y="498480"/>
                          <a:pt x="84537" y="494185"/>
                        </a:cubicBezTo>
                        <a:lnTo>
                          <a:pt x="84537" y="452725"/>
                        </a:lnTo>
                        <a:cubicBezTo>
                          <a:pt x="84537" y="448430"/>
                          <a:pt x="87436" y="445625"/>
                          <a:pt x="91653" y="445625"/>
                        </a:cubicBezTo>
                        <a:close/>
                        <a:moveTo>
                          <a:pt x="484272" y="365463"/>
                        </a:moveTo>
                        <a:lnTo>
                          <a:pt x="518674" y="365463"/>
                        </a:lnTo>
                        <a:cubicBezTo>
                          <a:pt x="522975" y="365463"/>
                          <a:pt x="525783" y="368268"/>
                          <a:pt x="525783" y="372563"/>
                        </a:cubicBezTo>
                        <a:lnTo>
                          <a:pt x="525783" y="414110"/>
                        </a:lnTo>
                        <a:cubicBezTo>
                          <a:pt x="525783" y="418318"/>
                          <a:pt x="522975" y="421210"/>
                          <a:pt x="518674" y="421210"/>
                        </a:cubicBezTo>
                        <a:lnTo>
                          <a:pt x="484272" y="421210"/>
                        </a:lnTo>
                        <a:cubicBezTo>
                          <a:pt x="479971" y="421210"/>
                          <a:pt x="477163" y="416915"/>
                          <a:pt x="477163" y="414110"/>
                        </a:cubicBezTo>
                        <a:lnTo>
                          <a:pt x="477163" y="372563"/>
                        </a:lnTo>
                        <a:cubicBezTo>
                          <a:pt x="477163" y="368268"/>
                          <a:pt x="479971" y="365463"/>
                          <a:pt x="484272" y="365463"/>
                        </a:cubicBezTo>
                        <a:close/>
                        <a:moveTo>
                          <a:pt x="414057" y="365463"/>
                        </a:moveTo>
                        <a:lnTo>
                          <a:pt x="448447" y="365463"/>
                        </a:lnTo>
                        <a:cubicBezTo>
                          <a:pt x="452746" y="365463"/>
                          <a:pt x="455641" y="368268"/>
                          <a:pt x="455641" y="372563"/>
                        </a:cubicBezTo>
                        <a:lnTo>
                          <a:pt x="455641" y="414110"/>
                        </a:lnTo>
                        <a:cubicBezTo>
                          <a:pt x="455641" y="418318"/>
                          <a:pt x="452746" y="421210"/>
                          <a:pt x="448447" y="421210"/>
                        </a:cubicBezTo>
                        <a:lnTo>
                          <a:pt x="414057" y="421210"/>
                        </a:lnTo>
                        <a:cubicBezTo>
                          <a:pt x="409846" y="421210"/>
                          <a:pt x="406951" y="416915"/>
                          <a:pt x="406951" y="414110"/>
                        </a:cubicBezTo>
                        <a:lnTo>
                          <a:pt x="406951" y="372563"/>
                        </a:lnTo>
                        <a:cubicBezTo>
                          <a:pt x="406951" y="368268"/>
                          <a:pt x="409846" y="365463"/>
                          <a:pt x="414057" y="365463"/>
                        </a:cubicBezTo>
                        <a:close/>
                        <a:moveTo>
                          <a:pt x="161869" y="365463"/>
                        </a:moveTo>
                        <a:lnTo>
                          <a:pt x="196321" y="365463"/>
                        </a:lnTo>
                        <a:cubicBezTo>
                          <a:pt x="200628" y="365463"/>
                          <a:pt x="203440" y="368268"/>
                          <a:pt x="203440" y="372563"/>
                        </a:cubicBezTo>
                        <a:lnTo>
                          <a:pt x="203440" y="414023"/>
                        </a:lnTo>
                        <a:cubicBezTo>
                          <a:pt x="203440" y="418318"/>
                          <a:pt x="200628" y="421210"/>
                          <a:pt x="196321" y="421210"/>
                        </a:cubicBezTo>
                        <a:lnTo>
                          <a:pt x="161869" y="421210"/>
                        </a:lnTo>
                        <a:cubicBezTo>
                          <a:pt x="157562" y="421210"/>
                          <a:pt x="154750" y="418318"/>
                          <a:pt x="154750" y="414023"/>
                        </a:cubicBezTo>
                        <a:lnTo>
                          <a:pt x="154750" y="372563"/>
                        </a:lnTo>
                        <a:cubicBezTo>
                          <a:pt x="154750" y="368268"/>
                          <a:pt x="157562" y="365463"/>
                          <a:pt x="161869" y="365463"/>
                        </a:cubicBezTo>
                        <a:close/>
                        <a:moveTo>
                          <a:pt x="91653" y="365463"/>
                        </a:moveTo>
                        <a:lnTo>
                          <a:pt x="126094" y="365463"/>
                        </a:lnTo>
                        <a:cubicBezTo>
                          <a:pt x="130399" y="365463"/>
                          <a:pt x="133298" y="368268"/>
                          <a:pt x="133298" y="372563"/>
                        </a:cubicBezTo>
                        <a:lnTo>
                          <a:pt x="133298" y="414023"/>
                        </a:lnTo>
                        <a:cubicBezTo>
                          <a:pt x="133298" y="418318"/>
                          <a:pt x="130399" y="421210"/>
                          <a:pt x="126094" y="421210"/>
                        </a:cubicBezTo>
                        <a:lnTo>
                          <a:pt x="91653" y="421210"/>
                        </a:lnTo>
                        <a:cubicBezTo>
                          <a:pt x="87436" y="421210"/>
                          <a:pt x="84537" y="418318"/>
                          <a:pt x="84537" y="414023"/>
                        </a:cubicBezTo>
                        <a:lnTo>
                          <a:pt x="84537" y="372563"/>
                        </a:lnTo>
                        <a:cubicBezTo>
                          <a:pt x="84537" y="368268"/>
                          <a:pt x="87436" y="365463"/>
                          <a:pt x="91653" y="365463"/>
                        </a:cubicBezTo>
                        <a:close/>
                        <a:moveTo>
                          <a:pt x="484272" y="286782"/>
                        </a:moveTo>
                        <a:lnTo>
                          <a:pt x="518674" y="286782"/>
                        </a:lnTo>
                        <a:cubicBezTo>
                          <a:pt x="522975" y="286782"/>
                          <a:pt x="525783" y="289675"/>
                          <a:pt x="525783" y="293970"/>
                        </a:cubicBezTo>
                        <a:lnTo>
                          <a:pt x="525783" y="335429"/>
                        </a:lnTo>
                        <a:cubicBezTo>
                          <a:pt x="525783" y="339724"/>
                          <a:pt x="522975" y="342529"/>
                          <a:pt x="518674" y="342529"/>
                        </a:cubicBezTo>
                        <a:lnTo>
                          <a:pt x="484272" y="342529"/>
                        </a:lnTo>
                        <a:cubicBezTo>
                          <a:pt x="479971" y="342529"/>
                          <a:pt x="477163" y="339724"/>
                          <a:pt x="477163" y="335429"/>
                        </a:cubicBezTo>
                        <a:lnTo>
                          <a:pt x="477163" y="293970"/>
                        </a:lnTo>
                        <a:cubicBezTo>
                          <a:pt x="477163" y="289675"/>
                          <a:pt x="479971" y="286782"/>
                          <a:pt x="484272" y="286782"/>
                        </a:cubicBezTo>
                        <a:close/>
                        <a:moveTo>
                          <a:pt x="414057" y="286782"/>
                        </a:moveTo>
                        <a:lnTo>
                          <a:pt x="448447" y="286782"/>
                        </a:lnTo>
                        <a:cubicBezTo>
                          <a:pt x="452746" y="286782"/>
                          <a:pt x="455641" y="289675"/>
                          <a:pt x="455641" y="293970"/>
                        </a:cubicBezTo>
                        <a:lnTo>
                          <a:pt x="455641" y="335429"/>
                        </a:lnTo>
                        <a:cubicBezTo>
                          <a:pt x="455641" y="339724"/>
                          <a:pt x="452746" y="342529"/>
                          <a:pt x="448447" y="342529"/>
                        </a:cubicBezTo>
                        <a:lnTo>
                          <a:pt x="414057" y="342529"/>
                        </a:lnTo>
                        <a:cubicBezTo>
                          <a:pt x="409846" y="342529"/>
                          <a:pt x="406951" y="339724"/>
                          <a:pt x="406951" y="335429"/>
                        </a:cubicBezTo>
                        <a:lnTo>
                          <a:pt x="406951" y="293970"/>
                        </a:lnTo>
                        <a:cubicBezTo>
                          <a:pt x="406951" y="289675"/>
                          <a:pt x="409846" y="286782"/>
                          <a:pt x="414057" y="286782"/>
                        </a:cubicBezTo>
                        <a:close/>
                        <a:moveTo>
                          <a:pt x="161869" y="286782"/>
                        </a:moveTo>
                        <a:lnTo>
                          <a:pt x="196321" y="286782"/>
                        </a:lnTo>
                        <a:cubicBezTo>
                          <a:pt x="200628" y="286782"/>
                          <a:pt x="203440" y="289675"/>
                          <a:pt x="203440" y="293970"/>
                        </a:cubicBezTo>
                        <a:lnTo>
                          <a:pt x="203440" y="335429"/>
                        </a:lnTo>
                        <a:cubicBezTo>
                          <a:pt x="203440" y="339724"/>
                          <a:pt x="200628" y="342529"/>
                          <a:pt x="196321" y="342529"/>
                        </a:cubicBezTo>
                        <a:lnTo>
                          <a:pt x="161869" y="342529"/>
                        </a:lnTo>
                        <a:cubicBezTo>
                          <a:pt x="157562" y="342529"/>
                          <a:pt x="154750" y="339724"/>
                          <a:pt x="154750" y="335429"/>
                        </a:cubicBezTo>
                        <a:lnTo>
                          <a:pt x="154750" y="293970"/>
                        </a:lnTo>
                        <a:cubicBezTo>
                          <a:pt x="154750" y="289675"/>
                          <a:pt x="157562" y="286782"/>
                          <a:pt x="161869" y="286782"/>
                        </a:cubicBezTo>
                        <a:close/>
                        <a:moveTo>
                          <a:pt x="91653" y="286782"/>
                        </a:moveTo>
                        <a:lnTo>
                          <a:pt x="126094" y="286782"/>
                        </a:lnTo>
                        <a:cubicBezTo>
                          <a:pt x="130399" y="286782"/>
                          <a:pt x="133298" y="289675"/>
                          <a:pt x="133298" y="293970"/>
                        </a:cubicBezTo>
                        <a:lnTo>
                          <a:pt x="133298" y="335429"/>
                        </a:lnTo>
                        <a:cubicBezTo>
                          <a:pt x="133298" y="339724"/>
                          <a:pt x="130399" y="342529"/>
                          <a:pt x="126094" y="342529"/>
                        </a:cubicBezTo>
                        <a:lnTo>
                          <a:pt x="91653" y="342529"/>
                        </a:lnTo>
                        <a:cubicBezTo>
                          <a:pt x="87436" y="342529"/>
                          <a:pt x="84537" y="339724"/>
                          <a:pt x="84537" y="335429"/>
                        </a:cubicBezTo>
                        <a:lnTo>
                          <a:pt x="84537" y="293970"/>
                        </a:lnTo>
                        <a:cubicBezTo>
                          <a:pt x="84537" y="289675"/>
                          <a:pt x="87436" y="286782"/>
                          <a:pt x="91653" y="286782"/>
                        </a:cubicBezTo>
                        <a:close/>
                        <a:moveTo>
                          <a:pt x="305160" y="100772"/>
                        </a:moveTo>
                        <a:cubicBezTo>
                          <a:pt x="332850" y="100772"/>
                          <a:pt x="355297" y="123203"/>
                          <a:pt x="355297" y="150874"/>
                        </a:cubicBezTo>
                        <a:cubicBezTo>
                          <a:pt x="355297" y="178545"/>
                          <a:pt x="332850" y="200976"/>
                          <a:pt x="305160" y="200976"/>
                        </a:cubicBezTo>
                        <a:cubicBezTo>
                          <a:pt x="277470" y="200976"/>
                          <a:pt x="255023" y="178545"/>
                          <a:pt x="255023" y="150874"/>
                        </a:cubicBezTo>
                        <a:cubicBezTo>
                          <a:pt x="255023" y="123203"/>
                          <a:pt x="277470" y="100772"/>
                          <a:pt x="305160" y="100772"/>
                        </a:cubicBezTo>
                        <a:close/>
                        <a:moveTo>
                          <a:pt x="306565" y="43647"/>
                        </a:moveTo>
                        <a:lnTo>
                          <a:pt x="226412" y="86505"/>
                        </a:lnTo>
                        <a:lnTo>
                          <a:pt x="226412" y="182389"/>
                        </a:lnTo>
                        <a:lnTo>
                          <a:pt x="226412" y="226737"/>
                        </a:lnTo>
                        <a:cubicBezTo>
                          <a:pt x="226412" y="238131"/>
                          <a:pt x="216316" y="248122"/>
                          <a:pt x="204903" y="248122"/>
                        </a:cubicBezTo>
                        <a:lnTo>
                          <a:pt x="44422" y="248122"/>
                        </a:lnTo>
                        <a:lnTo>
                          <a:pt x="44422" y="527095"/>
                        </a:lnTo>
                        <a:lnTo>
                          <a:pt x="246428" y="527095"/>
                        </a:lnTo>
                        <a:lnTo>
                          <a:pt x="246428" y="388354"/>
                        </a:lnTo>
                        <a:cubicBezTo>
                          <a:pt x="246428" y="356889"/>
                          <a:pt x="273643" y="329719"/>
                          <a:pt x="305160" y="329719"/>
                        </a:cubicBezTo>
                        <a:cubicBezTo>
                          <a:pt x="336677" y="329719"/>
                          <a:pt x="363892" y="355399"/>
                          <a:pt x="363892" y="388354"/>
                        </a:cubicBezTo>
                        <a:lnTo>
                          <a:pt x="363892" y="527095"/>
                        </a:lnTo>
                        <a:lnTo>
                          <a:pt x="567390" y="527095"/>
                        </a:lnTo>
                        <a:lnTo>
                          <a:pt x="568795" y="527095"/>
                        </a:lnTo>
                        <a:lnTo>
                          <a:pt x="568795" y="248122"/>
                        </a:lnTo>
                        <a:lnTo>
                          <a:pt x="408314" y="248122"/>
                        </a:lnTo>
                        <a:cubicBezTo>
                          <a:pt x="396901" y="248122"/>
                          <a:pt x="386805" y="238131"/>
                          <a:pt x="386805" y="226737"/>
                        </a:cubicBezTo>
                        <a:lnTo>
                          <a:pt x="386805" y="182389"/>
                        </a:lnTo>
                        <a:lnTo>
                          <a:pt x="386805" y="86505"/>
                        </a:lnTo>
                        <a:close/>
                        <a:moveTo>
                          <a:pt x="295152" y="2103"/>
                        </a:moveTo>
                        <a:cubicBezTo>
                          <a:pt x="300858" y="-701"/>
                          <a:pt x="309462" y="-701"/>
                          <a:pt x="315168" y="2103"/>
                        </a:cubicBezTo>
                        <a:lnTo>
                          <a:pt x="459935" y="79406"/>
                        </a:lnTo>
                        <a:cubicBezTo>
                          <a:pt x="469943" y="85103"/>
                          <a:pt x="474245" y="97987"/>
                          <a:pt x="468538" y="107979"/>
                        </a:cubicBezTo>
                        <a:cubicBezTo>
                          <a:pt x="462744" y="117970"/>
                          <a:pt x="449839" y="122265"/>
                          <a:pt x="439831" y="116568"/>
                        </a:cubicBezTo>
                        <a:lnTo>
                          <a:pt x="428418" y="110871"/>
                        </a:lnTo>
                        <a:lnTo>
                          <a:pt x="428418" y="162318"/>
                        </a:lnTo>
                        <a:lnTo>
                          <a:pt x="588899" y="162318"/>
                        </a:lnTo>
                        <a:cubicBezTo>
                          <a:pt x="600312" y="162318"/>
                          <a:pt x="610320" y="170907"/>
                          <a:pt x="608915" y="182389"/>
                        </a:cubicBezTo>
                        <a:lnTo>
                          <a:pt x="608915" y="226737"/>
                        </a:lnTo>
                        <a:lnTo>
                          <a:pt x="608915" y="549970"/>
                        </a:lnTo>
                        <a:cubicBezTo>
                          <a:pt x="608915" y="561364"/>
                          <a:pt x="598907" y="571443"/>
                          <a:pt x="587407" y="571443"/>
                        </a:cubicBezTo>
                        <a:lnTo>
                          <a:pt x="21509" y="571443"/>
                        </a:lnTo>
                        <a:cubicBezTo>
                          <a:pt x="10008" y="571443"/>
                          <a:pt x="0" y="561364"/>
                          <a:pt x="0" y="549970"/>
                        </a:cubicBezTo>
                        <a:lnTo>
                          <a:pt x="0" y="228139"/>
                        </a:lnTo>
                        <a:lnTo>
                          <a:pt x="0" y="183791"/>
                        </a:lnTo>
                        <a:cubicBezTo>
                          <a:pt x="0" y="172310"/>
                          <a:pt x="10008" y="162318"/>
                          <a:pt x="21509" y="162318"/>
                        </a:cubicBezTo>
                        <a:lnTo>
                          <a:pt x="181990" y="162318"/>
                        </a:lnTo>
                        <a:lnTo>
                          <a:pt x="181990" y="110871"/>
                        </a:lnTo>
                        <a:lnTo>
                          <a:pt x="170489" y="116568"/>
                        </a:lnTo>
                        <a:cubicBezTo>
                          <a:pt x="167592" y="117970"/>
                          <a:pt x="163290" y="119460"/>
                          <a:pt x="160481" y="119460"/>
                        </a:cubicBezTo>
                        <a:cubicBezTo>
                          <a:pt x="153282" y="119460"/>
                          <a:pt x="146171" y="115165"/>
                          <a:pt x="141870" y="107979"/>
                        </a:cubicBezTo>
                        <a:cubicBezTo>
                          <a:pt x="136075" y="97987"/>
                          <a:pt x="140377" y="85103"/>
                          <a:pt x="150473" y="79406"/>
                        </a:cubicBez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grpSp>
                <p:nvGrpSpPr>
                  <p:cNvPr id="115" name="ïśḻíḑe"/>
                  <p:cNvGrpSpPr/>
                  <p:nvPr/>
                </p:nvGrpSpPr>
                <p:grpSpPr>
                  <a:xfrm>
                    <a:off x="7834050" y="2533949"/>
                    <a:ext cx="3686399" cy="1789279"/>
                    <a:chOff x="669925" y="2133134"/>
                    <a:chExt cx="2263519" cy="1789279"/>
                  </a:xfrm>
                </p:grpSpPr>
                <p:sp>
                  <p:nvSpPr>
                    <p:cNvPr id="131" name="íšľîḓé"/>
                    <p:cNvSpPr txBox="1"/>
                    <p:nvPr/>
                  </p:nvSpPr>
                  <p:spPr>
                    <a:xfrm>
                      <a:off x="669925" y="2644158"/>
                      <a:ext cx="2263519" cy="1278255"/>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60000"/>
                        </a:lnSpc>
                        <a:buFont typeface="Arial" panose="020B0604020202020204" pitchFamily="34" charset="0"/>
                        <a:buChar char="•"/>
                      </a:pPr>
                      <a:r>
                        <a:rPr lang="ko-KR" altLang="en-US" sz="1400" dirty="0">
                          <a:cs typeface="+mn-ea"/>
                          <a:sym typeface="+mn-lt"/>
                        </a:rPr>
                        <a:t>「병아리」</a:t>
                      </a:r>
                      <a:endParaRPr lang="en-US" altLang="ko-KR" sz="1400" dirty="0">
                        <a:cs typeface="+mn-ea"/>
                        <a:sym typeface="+mn-lt"/>
                      </a:endParaRPr>
                    </a:p>
                    <a:p>
                      <a:pPr marL="171450" indent="-171450">
                        <a:lnSpc>
                          <a:spcPct val="160000"/>
                        </a:lnSpc>
                        <a:buFont typeface="Arial" panose="020B0604020202020204" pitchFamily="34" charset="0"/>
                        <a:buChar char="•"/>
                      </a:pPr>
                      <a:r>
                        <a:rPr lang="ko-KR" altLang="en-US" sz="1400" dirty="0">
                          <a:cs typeface="+mn-ea"/>
                          <a:sym typeface="+mn-lt"/>
                        </a:rPr>
                        <a:t>「빗자루」</a:t>
                      </a:r>
                      <a:endParaRPr lang="en-US" altLang="ko-KR" sz="1400" dirty="0">
                        <a:cs typeface="+mn-ea"/>
                        <a:sym typeface="+mn-lt"/>
                      </a:endParaRPr>
                    </a:p>
                    <a:p>
                      <a:pPr marL="171450" indent="-171450">
                        <a:lnSpc>
                          <a:spcPct val="160000"/>
                        </a:lnSpc>
                        <a:buFont typeface="Arial" panose="020B0604020202020204" pitchFamily="34" charset="0"/>
                        <a:buChar char="•"/>
                      </a:pPr>
                      <a:r>
                        <a:rPr lang="ko-KR" altLang="en-US" sz="1400" dirty="0">
                          <a:cs typeface="+mn-ea"/>
                          <a:sym typeface="+mn-lt"/>
                        </a:rPr>
                        <a:t>「오줌싸개지도」</a:t>
                      </a:r>
                      <a:endParaRPr lang="en-US" altLang="zh-CN" sz="1400" dirty="0">
                        <a:cs typeface="+mn-ea"/>
                        <a:sym typeface="+mn-lt"/>
                      </a:endParaRPr>
                    </a:p>
                  </p:txBody>
                </p:sp>
                <p:sp>
                  <p:nvSpPr>
                    <p:cNvPr id="132" name="iśliḍè"/>
                    <p:cNvSpPr txBox="1"/>
                    <p:nvPr/>
                  </p:nvSpPr>
                  <p:spPr>
                    <a:xfrm>
                      <a:off x="669925" y="2133134"/>
                      <a:ext cx="2263519" cy="423195"/>
                    </a:xfrm>
                    <a:prstGeom prst="rect">
                      <a:avLst/>
                    </a:prstGeom>
                    <a:noFill/>
                  </p:spPr>
                  <p:txBody>
                    <a:bodyPr wrap="non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800" b="1" dirty="0">
                          <a:solidFill>
                            <a:schemeClr val="tx1"/>
                          </a:solidFill>
                          <a:cs typeface="+mn-ea"/>
                          <a:sym typeface="+mn-lt"/>
                        </a:rPr>
                        <a:t>1936</a:t>
                      </a:r>
                      <a:r>
                        <a:rPr lang="ko-KR" altLang="en-US" sz="1800" b="1" dirty="0">
                          <a:solidFill>
                            <a:schemeClr val="tx1"/>
                          </a:solidFill>
                          <a:cs typeface="+mn-ea"/>
                          <a:sym typeface="+mn-lt"/>
                        </a:rPr>
                        <a:t>년 광명중학교로 편입</a:t>
                      </a:r>
                      <a:endParaRPr lang="zh-CN" altLang="en-US" sz="1800" b="1" dirty="0">
                        <a:solidFill>
                          <a:schemeClr val="tx1"/>
                        </a:solidFill>
                        <a:cs typeface="+mn-ea"/>
                        <a:sym typeface="+mn-lt"/>
                      </a:endParaRPr>
                    </a:p>
                  </p:txBody>
                </p:sp>
              </p:grpSp>
              <p:grpSp>
                <p:nvGrpSpPr>
                  <p:cNvPr id="118" name="îšļíḋê"/>
                  <p:cNvGrpSpPr/>
                  <p:nvPr/>
                </p:nvGrpSpPr>
                <p:grpSpPr>
                  <a:xfrm>
                    <a:off x="7834050" y="4324671"/>
                    <a:ext cx="3686399" cy="2011924"/>
                    <a:chOff x="669925" y="2133134"/>
                    <a:chExt cx="2263519" cy="2011924"/>
                  </a:xfrm>
                </p:grpSpPr>
                <p:sp>
                  <p:nvSpPr>
                    <p:cNvPr id="129" name="íś1îdé"/>
                    <p:cNvSpPr txBox="1"/>
                    <p:nvPr/>
                  </p:nvSpPr>
                  <p:spPr>
                    <a:xfrm>
                      <a:off x="669925" y="2644158"/>
                      <a:ext cx="2263519" cy="1500900"/>
                    </a:xfrm>
                    <a:prstGeom prst="rect">
                      <a:avLst/>
                    </a:prstGeom>
                    <a:noFill/>
                  </p:spPr>
                  <p:txBody>
                    <a:bodyPr wrap="square" lIns="90000" tIns="46800" rIns="90000" bIns="4680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50000"/>
                        </a:lnSpc>
                        <a:buFont typeface="Arial" panose="020B0604020202020204" pitchFamily="34" charset="0"/>
                        <a:buChar char="•"/>
                      </a:pPr>
                      <a:r>
                        <a:rPr lang="ko-KR" altLang="en-US" sz="1400" dirty="0">
                          <a:cs typeface="+mn-ea"/>
                          <a:sym typeface="+mn-lt"/>
                        </a:rPr>
                        <a:t>연희전문학교는 연세대학교의 전신</a:t>
                      </a:r>
                      <a:endParaRPr lang="en-US" altLang="ko-KR" sz="1400" dirty="0">
                        <a:cs typeface="+mn-ea"/>
                        <a:sym typeface="+mn-lt"/>
                      </a:endParaRPr>
                    </a:p>
                    <a:p>
                      <a:pPr marL="171450" indent="-171450">
                        <a:lnSpc>
                          <a:spcPct val="150000"/>
                        </a:lnSpc>
                        <a:buFont typeface="Arial" panose="020B0604020202020204" pitchFamily="34" charset="0"/>
                        <a:buChar char="•"/>
                      </a:pPr>
                      <a:r>
                        <a:rPr lang="ko-KR" altLang="en-US" sz="1400" dirty="0">
                          <a:cs typeface="+mn-ea"/>
                          <a:sym typeface="+mn-lt"/>
                        </a:rPr>
                        <a:t>「달을 쏘다」</a:t>
                      </a:r>
                      <a:endParaRPr lang="en-US" altLang="ko-KR" sz="1400" dirty="0">
                        <a:cs typeface="+mn-ea"/>
                        <a:sym typeface="+mn-lt"/>
                      </a:endParaRPr>
                    </a:p>
                    <a:p>
                      <a:pPr marL="171450" indent="-171450">
                        <a:lnSpc>
                          <a:spcPct val="150000"/>
                        </a:lnSpc>
                        <a:buFont typeface="Arial" panose="020B0604020202020204" pitchFamily="34" charset="0"/>
                        <a:buChar char="•"/>
                      </a:pPr>
                      <a:r>
                        <a:rPr lang="ko-KR" altLang="en-US" sz="1400" dirty="0">
                          <a:cs typeface="+mn-ea"/>
                          <a:sym typeface="+mn-lt"/>
                        </a:rPr>
                        <a:t>「자화상」</a:t>
                      </a:r>
                      <a:endParaRPr lang="en-US" altLang="ko-KR" sz="1400" dirty="0">
                        <a:cs typeface="+mn-ea"/>
                        <a:sym typeface="+mn-lt"/>
                      </a:endParaRPr>
                    </a:p>
                    <a:p>
                      <a:pPr marL="171450" indent="-171450">
                        <a:lnSpc>
                          <a:spcPct val="150000"/>
                        </a:lnSpc>
                        <a:buFont typeface="Arial" panose="020B0604020202020204" pitchFamily="34" charset="0"/>
                        <a:buChar char="•"/>
                      </a:pPr>
                      <a:r>
                        <a:rPr lang="ko-KR" altLang="en-US" sz="1400" dirty="0">
                          <a:cs typeface="+mn-ea"/>
                          <a:sym typeface="+mn-lt"/>
                        </a:rPr>
                        <a:t>「새로운 길」</a:t>
                      </a:r>
                      <a:endParaRPr lang="en-US" altLang="zh-CN" sz="1400" dirty="0">
                        <a:cs typeface="+mn-ea"/>
                        <a:sym typeface="+mn-lt"/>
                      </a:endParaRPr>
                    </a:p>
                  </p:txBody>
                </p:sp>
                <p:sp>
                  <p:nvSpPr>
                    <p:cNvPr id="130" name="ïšlïḑe"/>
                    <p:cNvSpPr txBox="1"/>
                    <p:nvPr/>
                  </p:nvSpPr>
                  <p:spPr>
                    <a:xfrm>
                      <a:off x="669925" y="2133134"/>
                      <a:ext cx="2263519" cy="423195"/>
                    </a:xfrm>
                    <a:prstGeom prst="rect">
                      <a:avLst/>
                    </a:prstGeom>
                    <a:noFill/>
                  </p:spPr>
                  <p:txBody>
                    <a:bodyPr wrap="non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800" b="1" dirty="0">
                          <a:solidFill>
                            <a:schemeClr val="tx1"/>
                          </a:solidFill>
                          <a:cs typeface="+mn-ea"/>
                          <a:sym typeface="+mn-lt"/>
                        </a:rPr>
                        <a:t>1938</a:t>
                      </a:r>
                      <a:r>
                        <a:rPr lang="ko-KR" altLang="en-US" sz="1800" b="1" dirty="0">
                          <a:solidFill>
                            <a:schemeClr val="tx1"/>
                          </a:solidFill>
                          <a:cs typeface="+mn-ea"/>
                          <a:sym typeface="+mn-lt"/>
                        </a:rPr>
                        <a:t>년 연희전문학교에 입학</a:t>
                      </a:r>
                      <a:endParaRPr lang="zh-CN" altLang="en-US" sz="1800" b="1" dirty="0">
                        <a:solidFill>
                          <a:schemeClr val="tx1"/>
                        </a:solidFill>
                        <a:cs typeface="+mn-ea"/>
                        <a:sym typeface="+mn-lt"/>
                      </a:endParaRPr>
                    </a:p>
                  </p:txBody>
                </p:sp>
              </p:grpSp>
              <p:grpSp>
                <p:nvGrpSpPr>
                  <p:cNvPr id="121" name="îsḻídê"/>
                  <p:cNvGrpSpPr/>
                  <p:nvPr/>
                </p:nvGrpSpPr>
                <p:grpSpPr>
                  <a:xfrm>
                    <a:off x="1833498" y="4323234"/>
                    <a:ext cx="3686438" cy="1516856"/>
                    <a:chOff x="669925" y="2133128"/>
                    <a:chExt cx="2263543" cy="1516856"/>
                  </a:xfrm>
                </p:grpSpPr>
                <p:sp>
                  <p:nvSpPr>
                    <p:cNvPr id="127" name="ïṥlíďê"/>
                    <p:cNvSpPr txBox="1"/>
                    <p:nvPr/>
                  </p:nvSpPr>
                  <p:spPr>
                    <a:xfrm>
                      <a:off x="669925" y="2644153"/>
                      <a:ext cx="2263543" cy="1005831"/>
                    </a:xfrm>
                    <a:prstGeom prst="rect">
                      <a:avLst/>
                    </a:prstGeom>
                    <a:noFill/>
                  </p:spPr>
                  <p:txBody>
                    <a:bodyPr wrap="square" lIns="90000" tIns="46800" rIns="90000" bIns="4680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50000"/>
                        </a:lnSpc>
                        <a:buFont typeface="Arial" panose="020B0604020202020204" pitchFamily="34" charset="0"/>
                        <a:buChar char="•"/>
                      </a:pPr>
                      <a:r>
                        <a:rPr lang="ko-KR" altLang="en-US" sz="1400" dirty="0">
                          <a:cs typeface="+mn-ea"/>
                          <a:sym typeface="+mn-lt"/>
                        </a:rPr>
                        <a:t>가족이 용정으로 이사함</a:t>
                      </a:r>
                      <a:endParaRPr lang="en-US" altLang="zh-CN" sz="1400" dirty="0">
                        <a:cs typeface="+mn-ea"/>
                        <a:sym typeface="+mn-lt"/>
                      </a:endParaRPr>
                    </a:p>
                  </p:txBody>
                </p:sp>
                <p:sp>
                  <p:nvSpPr>
                    <p:cNvPr id="128" name="íṥļíďê"/>
                    <p:cNvSpPr txBox="1"/>
                    <p:nvPr/>
                  </p:nvSpPr>
                  <p:spPr>
                    <a:xfrm>
                      <a:off x="669925" y="2133128"/>
                      <a:ext cx="2263543" cy="423195"/>
                    </a:xfrm>
                    <a:prstGeom prst="rect">
                      <a:avLst/>
                    </a:prstGeom>
                    <a:noFill/>
                  </p:spPr>
                  <p:txBody>
                    <a:bodyPr wrap="non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ko-KR" altLang="en-US" sz="1800" b="1" dirty="0">
                          <a:solidFill>
                            <a:schemeClr val="tx1"/>
                          </a:solidFill>
                          <a:cs typeface="+mn-ea"/>
                          <a:sym typeface="+mn-lt"/>
                        </a:rPr>
                        <a:t>용정 은진중학교에 입학</a:t>
                      </a:r>
                      <a:endParaRPr lang="zh-CN" altLang="en-US" sz="1800" b="1" dirty="0">
                        <a:solidFill>
                          <a:schemeClr val="tx1"/>
                        </a:solidFill>
                        <a:cs typeface="+mn-ea"/>
                        <a:sym typeface="+mn-lt"/>
                      </a:endParaRPr>
                    </a:p>
                  </p:txBody>
                </p:sp>
              </p:grpSp>
              <p:sp>
                <p:nvSpPr>
                  <p:cNvPr id="122" name="íṥļidè" title="LjXxPfK7a53MF99"/>
                  <p:cNvSpPr/>
                  <p:nvPr/>
                </p:nvSpPr>
                <p:spPr bwMode="auto">
                  <a:xfrm>
                    <a:off x="816863" y="4793266"/>
                    <a:ext cx="773420" cy="572784"/>
                  </a:xfrm>
                  <a:custGeom>
                    <a:avLst/>
                    <a:gdLst>
                      <a:gd name="connsiteX0" fmla="*/ 508718 w 605239"/>
                      <a:gd name="connsiteY0" fmla="*/ 368634 h 448232"/>
                      <a:gd name="connsiteX1" fmla="*/ 537132 w 605239"/>
                      <a:gd name="connsiteY1" fmla="*/ 368634 h 448232"/>
                      <a:gd name="connsiteX2" fmla="*/ 550974 w 605239"/>
                      <a:gd name="connsiteY2" fmla="*/ 382465 h 448232"/>
                      <a:gd name="connsiteX3" fmla="*/ 537132 w 605239"/>
                      <a:gd name="connsiteY3" fmla="*/ 396296 h 448232"/>
                      <a:gd name="connsiteX4" fmla="*/ 508718 w 605239"/>
                      <a:gd name="connsiteY4" fmla="*/ 396296 h 448232"/>
                      <a:gd name="connsiteX5" fmla="*/ 494875 w 605239"/>
                      <a:gd name="connsiteY5" fmla="*/ 382465 h 448232"/>
                      <a:gd name="connsiteX6" fmla="*/ 508718 w 605239"/>
                      <a:gd name="connsiteY6" fmla="*/ 368634 h 448232"/>
                      <a:gd name="connsiteX7" fmla="*/ 384241 w 605239"/>
                      <a:gd name="connsiteY7" fmla="*/ 368634 h 448232"/>
                      <a:gd name="connsiteX8" fmla="*/ 412655 w 605239"/>
                      <a:gd name="connsiteY8" fmla="*/ 368634 h 448232"/>
                      <a:gd name="connsiteX9" fmla="*/ 426497 w 605239"/>
                      <a:gd name="connsiteY9" fmla="*/ 382465 h 448232"/>
                      <a:gd name="connsiteX10" fmla="*/ 412655 w 605239"/>
                      <a:gd name="connsiteY10" fmla="*/ 396296 h 448232"/>
                      <a:gd name="connsiteX11" fmla="*/ 384241 w 605239"/>
                      <a:gd name="connsiteY11" fmla="*/ 396296 h 448232"/>
                      <a:gd name="connsiteX12" fmla="*/ 370398 w 605239"/>
                      <a:gd name="connsiteY12" fmla="*/ 382465 h 448232"/>
                      <a:gd name="connsiteX13" fmla="*/ 384241 w 605239"/>
                      <a:gd name="connsiteY13" fmla="*/ 368634 h 448232"/>
                      <a:gd name="connsiteX14" fmla="*/ 192540 w 605239"/>
                      <a:gd name="connsiteY14" fmla="*/ 368634 h 448232"/>
                      <a:gd name="connsiteX15" fmla="*/ 220937 w 605239"/>
                      <a:gd name="connsiteY15" fmla="*/ 368634 h 448232"/>
                      <a:gd name="connsiteX16" fmla="*/ 234771 w 605239"/>
                      <a:gd name="connsiteY16" fmla="*/ 382465 h 448232"/>
                      <a:gd name="connsiteX17" fmla="*/ 220937 w 605239"/>
                      <a:gd name="connsiteY17" fmla="*/ 396296 h 448232"/>
                      <a:gd name="connsiteX18" fmla="*/ 192540 w 605239"/>
                      <a:gd name="connsiteY18" fmla="*/ 396296 h 448232"/>
                      <a:gd name="connsiteX19" fmla="*/ 178601 w 605239"/>
                      <a:gd name="connsiteY19" fmla="*/ 382465 h 448232"/>
                      <a:gd name="connsiteX20" fmla="*/ 192540 w 605239"/>
                      <a:gd name="connsiteY20" fmla="*/ 368634 h 448232"/>
                      <a:gd name="connsiteX21" fmla="*/ 68063 w 605239"/>
                      <a:gd name="connsiteY21" fmla="*/ 368634 h 448232"/>
                      <a:gd name="connsiteX22" fmla="*/ 96460 w 605239"/>
                      <a:gd name="connsiteY22" fmla="*/ 368634 h 448232"/>
                      <a:gd name="connsiteX23" fmla="*/ 110294 w 605239"/>
                      <a:gd name="connsiteY23" fmla="*/ 382465 h 448232"/>
                      <a:gd name="connsiteX24" fmla="*/ 96460 w 605239"/>
                      <a:gd name="connsiteY24" fmla="*/ 396296 h 448232"/>
                      <a:gd name="connsiteX25" fmla="*/ 68063 w 605239"/>
                      <a:gd name="connsiteY25" fmla="*/ 396296 h 448232"/>
                      <a:gd name="connsiteX26" fmla="*/ 54124 w 605239"/>
                      <a:gd name="connsiteY26" fmla="*/ 382465 h 448232"/>
                      <a:gd name="connsiteX27" fmla="*/ 68063 w 605239"/>
                      <a:gd name="connsiteY27" fmla="*/ 368634 h 448232"/>
                      <a:gd name="connsiteX28" fmla="*/ 273841 w 605239"/>
                      <a:gd name="connsiteY28" fmla="*/ 336408 h 448232"/>
                      <a:gd name="connsiteX29" fmla="*/ 273841 w 605239"/>
                      <a:gd name="connsiteY29" fmla="*/ 420484 h 448232"/>
                      <a:gd name="connsiteX30" fmla="*/ 331399 w 605239"/>
                      <a:gd name="connsiteY30" fmla="*/ 420484 h 448232"/>
                      <a:gd name="connsiteX31" fmla="*/ 331399 w 605239"/>
                      <a:gd name="connsiteY31" fmla="*/ 336408 h 448232"/>
                      <a:gd name="connsiteX32" fmla="*/ 508718 w 605239"/>
                      <a:gd name="connsiteY32" fmla="*/ 308865 h 448232"/>
                      <a:gd name="connsiteX33" fmla="*/ 537132 w 605239"/>
                      <a:gd name="connsiteY33" fmla="*/ 308865 h 448232"/>
                      <a:gd name="connsiteX34" fmla="*/ 550974 w 605239"/>
                      <a:gd name="connsiteY34" fmla="*/ 322679 h 448232"/>
                      <a:gd name="connsiteX35" fmla="*/ 537132 w 605239"/>
                      <a:gd name="connsiteY35" fmla="*/ 336597 h 448232"/>
                      <a:gd name="connsiteX36" fmla="*/ 508718 w 605239"/>
                      <a:gd name="connsiteY36" fmla="*/ 336597 h 448232"/>
                      <a:gd name="connsiteX37" fmla="*/ 494875 w 605239"/>
                      <a:gd name="connsiteY37" fmla="*/ 322679 h 448232"/>
                      <a:gd name="connsiteX38" fmla="*/ 508718 w 605239"/>
                      <a:gd name="connsiteY38" fmla="*/ 308865 h 448232"/>
                      <a:gd name="connsiteX39" fmla="*/ 384241 w 605239"/>
                      <a:gd name="connsiteY39" fmla="*/ 308865 h 448232"/>
                      <a:gd name="connsiteX40" fmla="*/ 412655 w 605239"/>
                      <a:gd name="connsiteY40" fmla="*/ 308865 h 448232"/>
                      <a:gd name="connsiteX41" fmla="*/ 426497 w 605239"/>
                      <a:gd name="connsiteY41" fmla="*/ 322679 h 448232"/>
                      <a:gd name="connsiteX42" fmla="*/ 412655 w 605239"/>
                      <a:gd name="connsiteY42" fmla="*/ 336597 h 448232"/>
                      <a:gd name="connsiteX43" fmla="*/ 384241 w 605239"/>
                      <a:gd name="connsiteY43" fmla="*/ 336597 h 448232"/>
                      <a:gd name="connsiteX44" fmla="*/ 370398 w 605239"/>
                      <a:gd name="connsiteY44" fmla="*/ 322679 h 448232"/>
                      <a:gd name="connsiteX45" fmla="*/ 384241 w 605239"/>
                      <a:gd name="connsiteY45" fmla="*/ 308865 h 448232"/>
                      <a:gd name="connsiteX46" fmla="*/ 192540 w 605239"/>
                      <a:gd name="connsiteY46" fmla="*/ 308865 h 448232"/>
                      <a:gd name="connsiteX47" fmla="*/ 220937 w 605239"/>
                      <a:gd name="connsiteY47" fmla="*/ 308865 h 448232"/>
                      <a:gd name="connsiteX48" fmla="*/ 234771 w 605239"/>
                      <a:gd name="connsiteY48" fmla="*/ 322679 h 448232"/>
                      <a:gd name="connsiteX49" fmla="*/ 220937 w 605239"/>
                      <a:gd name="connsiteY49" fmla="*/ 336597 h 448232"/>
                      <a:gd name="connsiteX50" fmla="*/ 192540 w 605239"/>
                      <a:gd name="connsiteY50" fmla="*/ 336597 h 448232"/>
                      <a:gd name="connsiteX51" fmla="*/ 178601 w 605239"/>
                      <a:gd name="connsiteY51" fmla="*/ 322679 h 448232"/>
                      <a:gd name="connsiteX52" fmla="*/ 192540 w 605239"/>
                      <a:gd name="connsiteY52" fmla="*/ 308865 h 448232"/>
                      <a:gd name="connsiteX53" fmla="*/ 68063 w 605239"/>
                      <a:gd name="connsiteY53" fmla="*/ 308865 h 448232"/>
                      <a:gd name="connsiteX54" fmla="*/ 96460 w 605239"/>
                      <a:gd name="connsiteY54" fmla="*/ 308865 h 448232"/>
                      <a:gd name="connsiteX55" fmla="*/ 110294 w 605239"/>
                      <a:gd name="connsiteY55" fmla="*/ 322679 h 448232"/>
                      <a:gd name="connsiteX56" fmla="*/ 96460 w 605239"/>
                      <a:gd name="connsiteY56" fmla="*/ 336597 h 448232"/>
                      <a:gd name="connsiteX57" fmla="*/ 68063 w 605239"/>
                      <a:gd name="connsiteY57" fmla="*/ 336597 h 448232"/>
                      <a:gd name="connsiteX58" fmla="*/ 54124 w 605239"/>
                      <a:gd name="connsiteY58" fmla="*/ 322679 h 448232"/>
                      <a:gd name="connsiteX59" fmla="*/ 68063 w 605239"/>
                      <a:gd name="connsiteY59" fmla="*/ 308865 h 448232"/>
                      <a:gd name="connsiteX60" fmla="*/ 468475 w 605239"/>
                      <a:gd name="connsiteY60" fmla="*/ 284445 h 448232"/>
                      <a:gd name="connsiteX61" fmla="*/ 468475 w 605239"/>
                      <a:gd name="connsiteY61" fmla="*/ 420484 h 448232"/>
                      <a:gd name="connsiteX62" fmla="*/ 577449 w 605239"/>
                      <a:gd name="connsiteY62" fmla="*/ 420484 h 448232"/>
                      <a:gd name="connsiteX63" fmla="*/ 577449 w 605239"/>
                      <a:gd name="connsiteY63" fmla="*/ 284445 h 448232"/>
                      <a:gd name="connsiteX64" fmla="*/ 27790 w 605239"/>
                      <a:gd name="connsiteY64" fmla="*/ 284445 h 448232"/>
                      <a:gd name="connsiteX65" fmla="*/ 27790 w 605239"/>
                      <a:gd name="connsiteY65" fmla="*/ 420484 h 448232"/>
                      <a:gd name="connsiteX66" fmla="*/ 136764 w 605239"/>
                      <a:gd name="connsiteY66" fmla="*/ 420484 h 448232"/>
                      <a:gd name="connsiteX67" fmla="*/ 136764 w 605239"/>
                      <a:gd name="connsiteY67" fmla="*/ 284445 h 448232"/>
                      <a:gd name="connsiteX68" fmla="*/ 192547 w 605239"/>
                      <a:gd name="connsiteY68" fmla="*/ 249096 h 448232"/>
                      <a:gd name="connsiteX69" fmla="*/ 412656 w 605239"/>
                      <a:gd name="connsiteY69" fmla="*/ 249096 h 448232"/>
                      <a:gd name="connsiteX70" fmla="*/ 426497 w 605239"/>
                      <a:gd name="connsiteY70" fmla="*/ 263014 h 448232"/>
                      <a:gd name="connsiteX71" fmla="*/ 412656 w 605239"/>
                      <a:gd name="connsiteY71" fmla="*/ 276828 h 448232"/>
                      <a:gd name="connsiteX72" fmla="*/ 192547 w 605239"/>
                      <a:gd name="connsiteY72" fmla="*/ 276828 h 448232"/>
                      <a:gd name="connsiteX73" fmla="*/ 178601 w 605239"/>
                      <a:gd name="connsiteY73" fmla="*/ 263014 h 448232"/>
                      <a:gd name="connsiteX74" fmla="*/ 192547 w 605239"/>
                      <a:gd name="connsiteY74" fmla="*/ 249096 h 448232"/>
                      <a:gd name="connsiteX75" fmla="*/ 192547 w 605239"/>
                      <a:gd name="connsiteY75" fmla="*/ 189327 h 448232"/>
                      <a:gd name="connsiteX76" fmla="*/ 412656 w 605239"/>
                      <a:gd name="connsiteY76" fmla="*/ 189327 h 448232"/>
                      <a:gd name="connsiteX77" fmla="*/ 426497 w 605239"/>
                      <a:gd name="connsiteY77" fmla="*/ 203281 h 448232"/>
                      <a:gd name="connsiteX78" fmla="*/ 412656 w 605239"/>
                      <a:gd name="connsiteY78" fmla="*/ 217130 h 448232"/>
                      <a:gd name="connsiteX79" fmla="*/ 192547 w 605239"/>
                      <a:gd name="connsiteY79" fmla="*/ 217130 h 448232"/>
                      <a:gd name="connsiteX80" fmla="*/ 178601 w 605239"/>
                      <a:gd name="connsiteY80" fmla="*/ 203281 h 448232"/>
                      <a:gd name="connsiteX81" fmla="*/ 192547 w 605239"/>
                      <a:gd name="connsiteY81" fmla="*/ 189327 h 448232"/>
                      <a:gd name="connsiteX82" fmla="*/ 164554 w 605239"/>
                      <a:gd name="connsiteY82" fmla="*/ 165450 h 448232"/>
                      <a:gd name="connsiteX83" fmla="*/ 164554 w 605239"/>
                      <a:gd name="connsiteY83" fmla="*/ 420484 h 448232"/>
                      <a:gd name="connsiteX84" fmla="*/ 246051 w 605239"/>
                      <a:gd name="connsiteY84" fmla="*/ 420484 h 448232"/>
                      <a:gd name="connsiteX85" fmla="*/ 246051 w 605239"/>
                      <a:gd name="connsiteY85" fmla="*/ 322586 h 448232"/>
                      <a:gd name="connsiteX86" fmla="*/ 259894 w 605239"/>
                      <a:gd name="connsiteY86" fmla="*/ 308764 h 448232"/>
                      <a:gd name="connsiteX87" fmla="*/ 345241 w 605239"/>
                      <a:gd name="connsiteY87" fmla="*/ 308764 h 448232"/>
                      <a:gd name="connsiteX88" fmla="*/ 359189 w 605239"/>
                      <a:gd name="connsiteY88" fmla="*/ 322586 h 448232"/>
                      <a:gd name="connsiteX89" fmla="*/ 359189 w 605239"/>
                      <a:gd name="connsiteY89" fmla="*/ 420484 h 448232"/>
                      <a:gd name="connsiteX90" fmla="*/ 440685 w 605239"/>
                      <a:gd name="connsiteY90" fmla="*/ 420484 h 448232"/>
                      <a:gd name="connsiteX91" fmla="*/ 440685 w 605239"/>
                      <a:gd name="connsiteY91" fmla="*/ 165450 h 448232"/>
                      <a:gd name="connsiteX92" fmla="*/ 235330 w 605239"/>
                      <a:gd name="connsiteY92" fmla="*/ 107875 h 448232"/>
                      <a:gd name="connsiteX93" fmla="*/ 235330 w 605239"/>
                      <a:gd name="connsiteY93" fmla="*/ 137806 h 448232"/>
                      <a:gd name="connsiteX94" fmla="*/ 369909 w 605239"/>
                      <a:gd name="connsiteY94" fmla="*/ 137806 h 448232"/>
                      <a:gd name="connsiteX95" fmla="*/ 369909 w 605239"/>
                      <a:gd name="connsiteY95" fmla="*/ 107875 h 448232"/>
                      <a:gd name="connsiteX96" fmla="*/ 302568 w 605239"/>
                      <a:gd name="connsiteY96" fmla="*/ 0 h 448232"/>
                      <a:gd name="connsiteX97" fmla="*/ 316515 w 605239"/>
                      <a:gd name="connsiteY97" fmla="*/ 13822 h 448232"/>
                      <a:gd name="connsiteX98" fmla="*/ 316515 w 605239"/>
                      <a:gd name="connsiteY98" fmla="*/ 80127 h 448232"/>
                      <a:gd name="connsiteX99" fmla="*/ 383752 w 605239"/>
                      <a:gd name="connsiteY99" fmla="*/ 80127 h 448232"/>
                      <a:gd name="connsiteX100" fmla="*/ 397699 w 605239"/>
                      <a:gd name="connsiteY100" fmla="*/ 93949 h 448232"/>
                      <a:gd name="connsiteX101" fmla="*/ 397699 w 605239"/>
                      <a:gd name="connsiteY101" fmla="*/ 137806 h 448232"/>
                      <a:gd name="connsiteX102" fmla="*/ 454528 w 605239"/>
                      <a:gd name="connsiteY102" fmla="*/ 137806 h 448232"/>
                      <a:gd name="connsiteX103" fmla="*/ 468475 w 605239"/>
                      <a:gd name="connsiteY103" fmla="*/ 151628 h 448232"/>
                      <a:gd name="connsiteX104" fmla="*/ 468475 w 605239"/>
                      <a:gd name="connsiteY104" fmla="*/ 256697 h 448232"/>
                      <a:gd name="connsiteX105" fmla="*/ 591292 w 605239"/>
                      <a:gd name="connsiteY105" fmla="*/ 256697 h 448232"/>
                      <a:gd name="connsiteX106" fmla="*/ 605239 w 605239"/>
                      <a:gd name="connsiteY106" fmla="*/ 270519 h 448232"/>
                      <a:gd name="connsiteX107" fmla="*/ 605239 w 605239"/>
                      <a:gd name="connsiteY107" fmla="*/ 434306 h 448232"/>
                      <a:gd name="connsiteX108" fmla="*/ 591292 w 605239"/>
                      <a:gd name="connsiteY108" fmla="*/ 448232 h 448232"/>
                      <a:gd name="connsiteX109" fmla="*/ 13843 w 605239"/>
                      <a:gd name="connsiteY109" fmla="*/ 448232 h 448232"/>
                      <a:gd name="connsiteX110" fmla="*/ 0 w 605239"/>
                      <a:gd name="connsiteY110" fmla="*/ 434306 h 448232"/>
                      <a:gd name="connsiteX111" fmla="*/ 0 w 605239"/>
                      <a:gd name="connsiteY111" fmla="*/ 270519 h 448232"/>
                      <a:gd name="connsiteX112" fmla="*/ 13843 w 605239"/>
                      <a:gd name="connsiteY112" fmla="*/ 256697 h 448232"/>
                      <a:gd name="connsiteX113" fmla="*/ 136764 w 605239"/>
                      <a:gd name="connsiteY113" fmla="*/ 256697 h 448232"/>
                      <a:gd name="connsiteX114" fmla="*/ 136764 w 605239"/>
                      <a:gd name="connsiteY114" fmla="*/ 151628 h 448232"/>
                      <a:gd name="connsiteX115" fmla="*/ 150607 w 605239"/>
                      <a:gd name="connsiteY115" fmla="*/ 137806 h 448232"/>
                      <a:gd name="connsiteX116" fmla="*/ 207540 w 605239"/>
                      <a:gd name="connsiteY116" fmla="*/ 137806 h 448232"/>
                      <a:gd name="connsiteX117" fmla="*/ 207540 w 605239"/>
                      <a:gd name="connsiteY117" fmla="*/ 93949 h 448232"/>
                      <a:gd name="connsiteX118" fmla="*/ 221383 w 605239"/>
                      <a:gd name="connsiteY118" fmla="*/ 80127 h 448232"/>
                      <a:gd name="connsiteX119" fmla="*/ 288725 w 605239"/>
                      <a:gd name="connsiteY119" fmla="*/ 80127 h 448232"/>
                      <a:gd name="connsiteX120" fmla="*/ 288725 w 605239"/>
                      <a:gd name="connsiteY120" fmla="*/ 13822 h 448232"/>
                      <a:gd name="connsiteX121" fmla="*/ 302568 w 605239"/>
                      <a:gd name="connsiteY121" fmla="*/ 0 h 448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5239" h="448232">
                        <a:moveTo>
                          <a:pt x="508718" y="368634"/>
                        </a:moveTo>
                        <a:lnTo>
                          <a:pt x="537132" y="368634"/>
                        </a:lnTo>
                        <a:cubicBezTo>
                          <a:pt x="544834" y="368634"/>
                          <a:pt x="550974" y="374874"/>
                          <a:pt x="550974" y="382465"/>
                        </a:cubicBezTo>
                        <a:cubicBezTo>
                          <a:pt x="550974" y="390160"/>
                          <a:pt x="544834" y="396296"/>
                          <a:pt x="537132" y="396296"/>
                        </a:cubicBezTo>
                        <a:lnTo>
                          <a:pt x="508718" y="396296"/>
                        </a:lnTo>
                        <a:cubicBezTo>
                          <a:pt x="501016" y="396296"/>
                          <a:pt x="494875" y="390160"/>
                          <a:pt x="494875" y="382465"/>
                        </a:cubicBezTo>
                        <a:cubicBezTo>
                          <a:pt x="494875" y="374874"/>
                          <a:pt x="501016" y="368634"/>
                          <a:pt x="508718" y="368634"/>
                        </a:cubicBezTo>
                        <a:close/>
                        <a:moveTo>
                          <a:pt x="384241" y="368634"/>
                        </a:moveTo>
                        <a:lnTo>
                          <a:pt x="412655" y="368634"/>
                        </a:lnTo>
                        <a:cubicBezTo>
                          <a:pt x="420357" y="368634"/>
                          <a:pt x="426497" y="374874"/>
                          <a:pt x="426497" y="382465"/>
                        </a:cubicBezTo>
                        <a:cubicBezTo>
                          <a:pt x="426497" y="390160"/>
                          <a:pt x="420357" y="396296"/>
                          <a:pt x="412655" y="396296"/>
                        </a:cubicBezTo>
                        <a:lnTo>
                          <a:pt x="384241" y="396296"/>
                        </a:lnTo>
                        <a:cubicBezTo>
                          <a:pt x="376539" y="396296"/>
                          <a:pt x="370398" y="390160"/>
                          <a:pt x="370398" y="382465"/>
                        </a:cubicBezTo>
                        <a:cubicBezTo>
                          <a:pt x="370398" y="374874"/>
                          <a:pt x="376539" y="368634"/>
                          <a:pt x="384241" y="368634"/>
                        </a:cubicBezTo>
                        <a:close/>
                        <a:moveTo>
                          <a:pt x="192540" y="368634"/>
                        </a:moveTo>
                        <a:lnTo>
                          <a:pt x="220937" y="368634"/>
                        </a:lnTo>
                        <a:cubicBezTo>
                          <a:pt x="228530" y="368634"/>
                          <a:pt x="234771" y="374874"/>
                          <a:pt x="234771" y="382465"/>
                        </a:cubicBezTo>
                        <a:cubicBezTo>
                          <a:pt x="234771" y="390160"/>
                          <a:pt x="228530" y="396296"/>
                          <a:pt x="220937" y="396296"/>
                        </a:cubicBezTo>
                        <a:lnTo>
                          <a:pt x="192540" y="396296"/>
                        </a:lnTo>
                        <a:cubicBezTo>
                          <a:pt x="184842" y="396296"/>
                          <a:pt x="178601" y="390160"/>
                          <a:pt x="178601" y="382465"/>
                        </a:cubicBezTo>
                        <a:cubicBezTo>
                          <a:pt x="178601" y="374874"/>
                          <a:pt x="184842" y="368634"/>
                          <a:pt x="192540" y="368634"/>
                        </a:cubicBezTo>
                        <a:close/>
                        <a:moveTo>
                          <a:pt x="68063" y="368634"/>
                        </a:moveTo>
                        <a:lnTo>
                          <a:pt x="96460" y="368634"/>
                        </a:lnTo>
                        <a:cubicBezTo>
                          <a:pt x="104053" y="368634"/>
                          <a:pt x="110294" y="374874"/>
                          <a:pt x="110294" y="382465"/>
                        </a:cubicBezTo>
                        <a:cubicBezTo>
                          <a:pt x="110294" y="390160"/>
                          <a:pt x="104053" y="396296"/>
                          <a:pt x="96460" y="396296"/>
                        </a:cubicBezTo>
                        <a:lnTo>
                          <a:pt x="68063" y="396296"/>
                        </a:lnTo>
                        <a:cubicBezTo>
                          <a:pt x="60365" y="396296"/>
                          <a:pt x="54124" y="390160"/>
                          <a:pt x="54124" y="382465"/>
                        </a:cubicBezTo>
                        <a:cubicBezTo>
                          <a:pt x="54124" y="374874"/>
                          <a:pt x="60365" y="368634"/>
                          <a:pt x="68063" y="368634"/>
                        </a:cubicBezTo>
                        <a:close/>
                        <a:moveTo>
                          <a:pt x="273841" y="336408"/>
                        </a:moveTo>
                        <a:lnTo>
                          <a:pt x="273841" y="420484"/>
                        </a:lnTo>
                        <a:lnTo>
                          <a:pt x="331399" y="420484"/>
                        </a:lnTo>
                        <a:lnTo>
                          <a:pt x="331399" y="336408"/>
                        </a:lnTo>
                        <a:close/>
                        <a:moveTo>
                          <a:pt x="508718" y="308865"/>
                        </a:moveTo>
                        <a:lnTo>
                          <a:pt x="537132" y="308865"/>
                        </a:lnTo>
                        <a:cubicBezTo>
                          <a:pt x="544834" y="308865"/>
                          <a:pt x="550974" y="315097"/>
                          <a:pt x="550974" y="322679"/>
                        </a:cubicBezTo>
                        <a:cubicBezTo>
                          <a:pt x="550974" y="330365"/>
                          <a:pt x="544834" y="336597"/>
                          <a:pt x="537132" y="336597"/>
                        </a:cubicBezTo>
                        <a:lnTo>
                          <a:pt x="508718" y="336597"/>
                        </a:lnTo>
                        <a:cubicBezTo>
                          <a:pt x="501016" y="336597"/>
                          <a:pt x="494875" y="330365"/>
                          <a:pt x="494875" y="322679"/>
                        </a:cubicBezTo>
                        <a:cubicBezTo>
                          <a:pt x="494875" y="315097"/>
                          <a:pt x="501016" y="308865"/>
                          <a:pt x="508718" y="308865"/>
                        </a:cubicBezTo>
                        <a:close/>
                        <a:moveTo>
                          <a:pt x="384241" y="308865"/>
                        </a:moveTo>
                        <a:lnTo>
                          <a:pt x="412655" y="308865"/>
                        </a:lnTo>
                        <a:cubicBezTo>
                          <a:pt x="420357" y="308865"/>
                          <a:pt x="426497" y="315097"/>
                          <a:pt x="426497" y="322679"/>
                        </a:cubicBezTo>
                        <a:cubicBezTo>
                          <a:pt x="426497" y="330365"/>
                          <a:pt x="420357" y="336597"/>
                          <a:pt x="412655" y="336597"/>
                        </a:cubicBezTo>
                        <a:lnTo>
                          <a:pt x="384241" y="336597"/>
                        </a:lnTo>
                        <a:cubicBezTo>
                          <a:pt x="376539" y="336597"/>
                          <a:pt x="370398" y="330365"/>
                          <a:pt x="370398" y="322679"/>
                        </a:cubicBezTo>
                        <a:cubicBezTo>
                          <a:pt x="370398" y="315097"/>
                          <a:pt x="376539" y="308865"/>
                          <a:pt x="384241" y="308865"/>
                        </a:cubicBezTo>
                        <a:close/>
                        <a:moveTo>
                          <a:pt x="192540" y="308865"/>
                        </a:moveTo>
                        <a:lnTo>
                          <a:pt x="220937" y="308865"/>
                        </a:lnTo>
                        <a:cubicBezTo>
                          <a:pt x="228530" y="308865"/>
                          <a:pt x="234771" y="315097"/>
                          <a:pt x="234771" y="322679"/>
                        </a:cubicBezTo>
                        <a:cubicBezTo>
                          <a:pt x="234771" y="330365"/>
                          <a:pt x="228530" y="336597"/>
                          <a:pt x="220937" y="336597"/>
                        </a:cubicBezTo>
                        <a:lnTo>
                          <a:pt x="192540" y="336597"/>
                        </a:lnTo>
                        <a:cubicBezTo>
                          <a:pt x="184842" y="336597"/>
                          <a:pt x="178601" y="330365"/>
                          <a:pt x="178601" y="322679"/>
                        </a:cubicBezTo>
                        <a:cubicBezTo>
                          <a:pt x="178601" y="315097"/>
                          <a:pt x="184842" y="308865"/>
                          <a:pt x="192540" y="308865"/>
                        </a:cubicBezTo>
                        <a:close/>
                        <a:moveTo>
                          <a:pt x="68063" y="308865"/>
                        </a:moveTo>
                        <a:lnTo>
                          <a:pt x="96460" y="308865"/>
                        </a:lnTo>
                        <a:cubicBezTo>
                          <a:pt x="104053" y="308865"/>
                          <a:pt x="110294" y="315097"/>
                          <a:pt x="110294" y="322679"/>
                        </a:cubicBezTo>
                        <a:cubicBezTo>
                          <a:pt x="110294" y="330365"/>
                          <a:pt x="104053" y="336597"/>
                          <a:pt x="96460" y="336597"/>
                        </a:cubicBezTo>
                        <a:lnTo>
                          <a:pt x="68063" y="336597"/>
                        </a:lnTo>
                        <a:cubicBezTo>
                          <a:pt x="60365" y="336597"/>
                          <a:pt x="54124" y="330365"/>
                          <a:pt x="54124" y="322679"/>
                        </a:cubicBezTo>
                        <a:cubicBezTo>
                          <a:pt x="54124" y="315097"/>
                          <a:pt x="60365" y="308865"/>
                          <a:pt x="68063" y="308865"/>
                        </a:cubicBezTo>
                        <a:close/>
                        <a:moveTo>
                          <a:pt x="468475" y="284445"/>
                        </a:moveTo>
                        <a:lnTo>
                          <a:pt x="468475" y="420484"/>
                        </a:lnTo>
                        <a:lnTo>
                          <a:pt x="577449" y="420484"/>
                        </a:lnTo>
                        <a:lnTo>
                          <a:pt x="577449" y="284445"/>
                        </a:lnTo>
                        <a:close/>
                        <a:moveTo>
                          <a:pt x="27790" y="284445"/>
                        </a:moveTo>
                        <a:lnTo>
                          <a:pt x="27790" y="420484"/>
                        </a:lnTo>
                        <a:lnTo>
                          <a:pt x="136764" y="420484"/>
                        </a:lnTo>
                        <a:lnTo>
                          <a:pt x="136764" y="284445"/>
                        </a:lnTo>
                        <a:close/>
                        <a:moveTo>
                          <a:pt x="192547" y="249096"/>
                        </a:moveTo>
                        <a:lnTo>
                          <a:pt x="412656" y="249096"/>
                        </a:lnTo>
                        <a:cubicBezTo>
                          <a:pt x="420357" y="249096"/>
                          <a:pt x="426497" y="255328"/>
                          <a:pt x="426497" y="263014"/>
                        </a:cubicBezTo>
                        <a:cubicBezTo>
                          <a:pt x="426497" y="270596"/>
                          <a:pt x="420357" y="276828"/>
                          <a:pt x="412656" y="276828"/>
                        </a:cubicBezTo>
                        <a:lnTo>
                          <a:pt x="192547" y="276828"/>
                        </a:lnTo>
                        <a:cubicBezTo>
                          <a:pt x="184845" y="276828"/>
                          <a:pt x="178601" y="270596"/>
                          <a:pt x="178601" y="263014"/>
                        </a:cubicBezTo>
                        <a:cubicBezTo>
                          <a:pt x="178601" y="255328"/>
                          <a:pt x="184845" y="249096"/>
                          <a:pt x="192547" y="249096"/>
                        </a:cubicBezTo>
                        <a:close/>
                        <a:moveTo>
                          <a:pt x="192547" y="189327"/>
                        </a:moveTo>
                        <a:lnTo>
                          <a:pt x="412656" y="189327"/>
                        </a:lnTo>
                        <a:cubicBezTo>
                          <a:pt x="420357" y="189327"/>
                          <a:pt x="426497" y="195575"/>
                          <a:pt x="426497" y="203281"/>
                        </a:cubicBezTo>
                        <a:cubicBezTo>
                          <a:pt x="426497" y="210882"/>
                          <a:pt x="420357" y="217130"/>
                          <a:pt x="412656" y="217130"/>
                        </a:cubicBezTo>
                        <a:lnTo>
                          <a:pt x="192547" y="217130"/>
                        </a:lnTo>
                        <a:cubicBezTo>
                          <a:pt x="184845" y="217130"/>
                          <a:pt x="178601" y="210882"/>
                          <a:pt x="178601" y="203281"/>
                        </a:cubicBezTo>
                        <a:cubicBezTo>
                          <a:pt x="178601" y="195575"/>
                          <a:pt x="184845" y="189327"/>
                          <a:pt x="192547" y="189327"/>
                        </a:cubicBezTo>
                        <a:close/>
                        <a:moveTo>
                          <a:pt x="164554" y="165450"/>
                        </a:moveTo>
                        <a:lnTo>
                          <a:pt x="164554" y="420484"/>
                        </a:lnTo>
                        <a:lnTo>
                          <a:pt x="246051" y="420484"/>
                        </a:lnTo>
                        <a:lnTo>
                          <a:pt x="246051" y="322586"/>
                        </a:lnTo>
                        <a:cubicBezTo>
                          <a:pt x="246051" y="314895"/>
                          <a:pt x="252296" y="308764"/>
                          <a:pt x="259894" y="308764"/>
                        </a:cubicBezTo>
                        <a:lnTo>
                          <a:pt x="345241" y="308764"/>
                        </a:lnTo>
                        <a:cubicBezTo>
                          <a:pt x="352944" y="308764"/>
                          <a:pt x="359189" y="314895"/>
                          <a:pt x="359189" y="322586"/>
                        </a:cubicBezTo>
                        <a:lnTo>
                          <a:pt x="359189" y="420484"/>
                        </a:lnTo>
                        <a:lnTo>
                          <a:pt x="440685" y="420484"/>
                        </a:lnTo>
                        <a:lnTo>
                          <a:pt x="440685" y="165450"/>
                        </a:lnTo>
                        <a:close/>
                        <a:moveTo>
                          <a:pt x="235330" y="107875"/>
                        </a:moveTo>
                        <a:lnTo>
                          <a:pt x="235330" y="137806"/>
                        </a:lnTo>
                        <a:lnTo>
                          <a:pt x="369909" y="137806"/>
                        </a:lnTo>
                        <a:lnTo>
                          <a:pt x="369909" y="107875"/>
                        </a:lnTo>
                        <a:close/>
                        <a:moveTo>
                          <a:pt x="302568" y="0"/>
                        </a:moveTo>
                        <a:cubicBezTo>
                          <a:pt x="310270" y="0"/>
                          <a:pt x="316515" y="6236"/>
                          <a:pt x="316515" y="13822"/>
                        </a:cubicBezTo>
                        <a:lnTo>
                          <a:pt x="316515" y="80127"/>
                        </a:lnTo>
                        <a:lnTo>
                          <a:pt x="383752" y="80127"/>
                        </a:lnTo>
                        <a:cubicBezTo>
                          <a:pt x="391454" y="80127"/>
                          <a:pt x="397699" y="86362"/>
                          <a:pt x="397699" y="93949"/>
                        </a:cubicBezTo>
                        <a:lnTo>
                          <a:pt x="397699" y="137806"/>
                        </a:lnTo>
                        <a:lnTo>
                          <a:pt x="454528" y="137806"/>
                        </a:lnTo>
                        <a:cubicBezTo>
                          <a:pt x="462230" y="137806"/>
                          <a:pt x="468475" y="143937"/>
                          <a:pt x="468475" y="151628"/>
                        </a:cubicBezTo>
                        <a:lnTo>
                          <a:pt x="468475" y="256697"/>
                        </a:lnTo>
                        <a:lnTo>
                          <a:pt x="591292" y="256697"/>
                        </a:lnTo>
                        <a:cubicBezTo>
                          <a:pt x="598994" y="256697"/>
                          <a:pt x="605239" y="262932"/>
                          <a:pt x="605239" y="270519"/>
                        </a:cubicBezTo>
                        <a:lnTo>
                          <a:pt x="605239" y="434306"/>
                        </a:lnTo>
                        <a:cubicBezTo>
                          <a:pt x="605239" y="441996"/>
                          <a:pt x="598994" y="448232"/>
                          <a:pt x="591292" y="448232"/>
                        </a:cubicBezTo>
                        <a:lnTo>
                          <a:pt x="13843" y="448232"/>
                        </a:lnTo>
                        <a:cubicBezTo>
                          <a:pt x="6245" y="448232"/>
                          <a:pt x="0" y="441996"/>
                          <a:pt x="0" y="434306"/>
                        </a:cubicBezTo>
                        <a:lnTo>
                          <a:pt x="0" y="270519"/>
                        </a:lnTo>
                        <a:cubicBezTo>
                          <a:pt x="0" y="262932"/>
                          <a:pt x="6245" y="256697"/>
                          <a:pt x="13843" y="256697"/>
                        </a:cubicBezTo>
                        <a:lnTo>
                          <a:pt x="136764" y="256697"/>
                        </a:lnTo>
                        <a:lnTo>
                          <a:pt x="136764" y="151628"/>
                        </a:lnTo>
                        <a:cubicBezTo>
                          <a:pt x="136764" y="143937"/>
                          <a:pt x="143009" y="137806"/>
                          <a:pt x="150607" y="137806"/>
                        </a:cubicBezTo>
                        <a:lnTo>
                          <a:pt x="207540" y="137806"/>
                        </a:lnTo>
                        <a:lnTo>
                          <a:pt x="207540" y="93949"/>
                        </a:lnTo>
                        <a:cubicBezTo>
                          <a:pt x="207540" y="86362"/>
                          <a:pt x="213785" y="80127"/>
                          <a:pt x="221383" y="80127"/>
                        </a:cubicBezTo>
                        <a:lnTo>
                          <a:pt x="288725" y="80127"/>
                        </a:lnTo>
                        <a:lnTo>
                          <a:pt x="288725" y="13822"/>
                        </a:lnTo>
                        <a:cubicBezTo>
                          <a:pt x="288725" y="6236"/>
                          <a:pt x="294970" y="0"/>
                          <a:pt x="302568" y="0"/>
                        </a:cubicBezTo>
                        <a:close/>
                      </a:path>
                    </a:pathLst>
                  </a:custGeom>
                  <a:solidFill>
                    <a:schemeClr val="accent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grpSp>
                <p:nvGrpSpPr>
                  <p:cNvPr id="123" name="íṡľïďe"/>
                  <p:cNvGrpSpPr/>
                  <p:nvPr/>
                </p:nvGrpSpPr>
                <p:grpSpPr>
                  <a:xfrm>
                    <a:off x="7834050" y="827416"/>
                    <a:ext cx="3686399" cy="1515425"/>
                    <a:chOff x="669925" y="2133134"/>
                    <a:chExt cx="2263519" cy="1515425"/>
                  </a:xfrm>
                </p:grpSpPr>
                <p:sp>
                  <p:nvSpPr>
                    <p:cNvPr id="125" name="iṧḷïḓê"/>
                    <p:cNvSpPr txBox="1"/>
                    <p:nvPr/>
                  </p:nvSpPr>
                  <p:spPr>
                    <a:xfrm>
                      <a:off x="669925" y="2644159"/>
                      <a:ext cx="2263519" cy="1004400"/>
                    </a:xfrm>
                    <a:prstGeom prst="rect">
                      <a:avLst/>
                    </a:prstGeom>
                    <a:noFill/>
                  </p:spPr>
                  <p:txBody>
                    <a:bodyPr wrap="square" lIns="90000" tIns="46800" rIns="90000" bIns="4680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60000"/>
                        </a:lnSpc>
                        <a:buFont typeface="Arial" panose="020B0604020202020204" pitchFamily="34" charset="0"/>
                        <a:buChar char="•"/>
                      </a:pPr>
                      <a:r>
                        <a:rPr lang="ko-KR" altLang="en-US" sz="1400" dirty="0">
                          <a:cs typeface="+mn-ea"/>
                          <a:sym typeface="+mn-lt"/>
                        </a:rPr>
                        <a:t>숭실활천</a:t>
                      </a:r>
                      <a:r>
                        <a:rPr lang="en-US" altLang="ko-KR" sz="1400" dirty="0">
                          <a:cs typeface="+mn-ea"/>
                          <a:sym typeface="+mn-lt"/>
                        </a:rPr>
                        <a:t>(</a:t>
                      </a:r>
                      <a:r>
                        <a:rPr lang="ko-KR" altLang="en-US" sz="1400" dirty="0">
                          <a:cs typeface="+mn-ea"/>
                          <a:sym typeface="+mn-lt"/>
                        </a:rPr>
                        <a:t>崇實活泉</a:t>
                      </a:r>
                      <a:r>
                        <a:rPr lang="en-US" altLang="ko-KR" sz="1400" dirty="0">
                          <a:cs typeface="+mn-ea"/>
                          <a:sym typeface="+mn-lt"/>
                        </a:rPr>
                        <a:t>) </a:t>
                      </a:r>
                      <a:r>
                        <a:rPr lang="ko-KR" altLang="en-US" sz="1400" dirty="0">
                          <a:cs typeface="+mn-ea"/>
                          <a:sym typeface="+mn-lt"/>
                        </a:rPr>
                        <a:t>제</a:t>
                      </a:r>
                      <a:r>
                        <a:rPr lang="en-US" altLang="ko-KR" sz="1400" dirty="0">
                          <a:cs typeface="+mn-ea"/>
                          <a:sym typeface="+mn-lt"/>
                        </a:rPr>
                        <a:t>15</a:t>
                      </a:r>
                      <a:r>
                        <a:rPr lang="ko-KR" altLang="en-US" sz="1400" dirty="0">
                          <a:cs typeface="+mn-ea"/>
                          <a:sym typeface="+mn-lt"/>
                        </a:rPr>
                        <a:t>호에 시 공상</a:t>
                      </a:r>
                      <a:r>
                        <a:rPr lang="en-US" altLang="ko-KR" sz="1400" dirty="0">
                          <a:cs typeface="+mn-ea"/>
                          <a:sym typeface="+mn-lt"/>
                        </a:rPr>
                        <a:t>(</a:t>
                      </a:r>
                      <a:r>
                        <a:rPr lang="ko-KR" altLang="en-US" sz="1400" dirty="0">
                          <a:cs typeface="+mn-ea"/>
                          <a:sym typeface="+mn-lt"/>
                        </a:rPr>
                        <a:t>空想</a:t>
                      </a:r>
                      <a:r>
                        <a:rPr lang="en-US" altLang="ko-KR" sz="1400" dirty="0">
                          <a:cs typeface="+mn-ea"/>
                          <a:sym typeface="+mn-lt"/>
                        </a:rPr>
                        <a:t>)</a:t>
                      </a:r>
                      <a:r>
                        <a:rPr lang="ko-KR" altLang="en-US" sz="1400" dirty="0">
                          <a:cs typeface="+mn-ea"/>
                          <a:sym typeface="+mn-lt"/>
                        </a:rPr>
                        <a:t>을 발표함</a:t>
                      </a:r>
                      <a:endParaRPr lang="en-US" altLang="zh-CN" sz="1400" dirty="0">
                        <a:cs typeface="+mn-ea"/>
                        <a:sym typeface="+mn-lt"/>
                      </a:endParaRPr>
                    </a:p>
                  </p:txBody>
                </p:sp>
                <p:sp>
                  <p:nvSpPr>
                    <p:cNvPr id="126" name="ísļidê"/>
                    <p:cNvSpPr txBox="1"/>
                    <p:nvPr/>
                  </p:nvSpPr>
                  <p:spPr>
                    <a:xfrm>
                      <a:off x="669925" y="2133134"/>
                      <a:ext cx="2263519" cy="423195"/>
                    </a:xfrm>
                    <a:prstGeom prst="rect">
                      <a:avLst/>
                    </a:prstGeom>
                    <a:noFill/>
                  </p:spPr>
                  <p:txBody>
                    <a:bodyPr wrap="non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800" b="1" dirty="0">
                          <a:solidFill>
                            <a:schemeClr val="tx1"/>
                          </a:solidFill>
                          <a:cs typeface="+mn-ea"/>
                          <a:sym typeface="+mn-lt"/>
                        </a:rPr>
                        <a:t>1935</a:t>
                      </a:r>
                      <a:r>
                        <a:rPr lang="ko-KR" altLang="en-US" sz="1800" b="1" dirty="0">
                          <a:solidFill>
                            <a:schemeClr val="tx1"/>
                          </a:solidFill>
                          <a:cs typeface="+mn-ea"/>
                          <a:sym typeface="+mn-lt"/>
                        </a:rPr>
                        <a:t>년 평양 숭실중학교로 전학</a:t>
                      </a:r>
                      <a:endParaRPr lang="zh-CN" altLang="en-US" sz="1800" b="1" dirty="0">
                        <a:solidFill>
                          <a:schemeClr val="tx1"/>
                        </a:solidFill>
                        <a:cs typeface="+mn-ea"/>
                        <a:sym typeface="+mn-lt"/>
                      </a:endParaRPr>
                    </a:p>
                  </p:txBody>
                </p:sp>
              </p:grpSp>
              <p:sp>
                <p:nvSpPr>
                  <p:cNvPr id="124" name="îš1iḍê" title="LjXxPfK7a53MF99"/>
                  <p:cNvSpPr/>
                  <p:nvPr/>
                </p:nvSpPr>
                <p:spPr bwMode="auto">
                  <a:xfrm>
                    <a:off x="6930161" y="1338441"/>
                    <a:ext cx="773420" cy="494282"/>
                  </a:xfrm>
                  <a:custGeom>
                    <a:avLst/>
                    <a:gdLst>
                      <a:gd name="T0" fmla="*/ 5141 w 6756"/>
                      <a:gd name="T1" fmla="*/ 2529 h 4324"/>
                      <a:gd name="T2" fmla="*/ 5549 w 6756"/>
                      <a:gd name="T3" fmla="*/ 2448 h 4324"/>
                      <a:gd name="T4" fmla="*/ 5630 w 6756"/>
                      <a:gd name="T5" fmla="*/ 2856 h 4324"/>
                      <a:gd name="T6" fmla="*/ 5222 w 6756"/>
                      <a:gd name="T7" fmla="*/ 2937 h 4324"/>
                      <a:gd name="T8" fmla="*/ 5222 w 6756"/>
                      <a:gd name="T9" fmla="*/ 3574 h 4324"/>
                      <a:gd name="T10" fmla="*/ 5630 w 6756"/>
                      <a:gd name="T11" fmla="*/ 3492 h 4324"/>
                      <a:gd name="T12" fmla="*/ 5549 w 6756"/>
                      <a:gd name="T13" fmla="*/ 3084 h 4324"/>
                      <a:gd name="T14" fmla="*/ 5141 w 6756"/>
                      <a:gd name="T15" fmla="*/ 3166 h 4324"/>
                      <a:gd name="T16" fmla="*/ 5222 w 6756"/>
                      <a:gd name="T17" fmla="*/ 3574 h 4324"/>
                      <a:gd name="T18" fmla="*/ 6218 w 6756"/>
                      <a:gd name="T19" fmla="*/ 2937 h 4324"/>
                      <a:gd name="T20" fmla="*/ 6300 w 6756"/>
                      <a:gd name="T21" fmla="*/ 2529 h 4324"/>
                      <a:gd name="T22" fmla="*/ 5892 w 6756"/>
                      <a:gd name="T23" fmla="*/ 2448 h 4324"/>
                      <a:gd name="T24" fmla="*/ 5810 w 6756"/>
                      <a:gd name="T25" fmla="*/ 2856 h 4324"/>
                      <a:gd name="T26" fmla="*/ 5892 w 6756"/>
                      <a:gd name="T27" fmla="*/ 3574 h 4324"/>
                      <a:gd name="T28" fmla="*/ 6300 w 6756"/>
                      <a:gd name="T29" fmla="*/ 3492 h 4324"/>
                      <a:gd name="T30" fmla="*/ 6218 w 6756"/>
                      <a:gd name="T31" fmla="*/ 3084 h 4324"/>
                      <a:gd name="T32" fmla="*/ 5810 w 6756"/>
                      <a:gd name="T33" fmla="*/ 3166 h 4324"/>
                      <a:gd name="T34" fmla="*/ 5892 w 6756"/>
                      <a:gd name="T35" fmla="*/ 3574 h 4324"/>
                      <a:gd name="T36" fmla="*/ 539 w 6756"/>
                      <a:gd name="T37" fmla="*/ 2448 h 4324"/>
                      <a:gd name="T38" fmla="*/ 457 w 6756"/>
                      <a:gd name="T39" fmla="*/ 2856 h 4324"/>
                      <a:gd name="T40" fmla="*/ 865 w 6756"/>
                      <a:gd name="T41" fmla="*/ 2937 h 4324"/>
                      <a:gd name="T42" fmla="*/ 947 w 6756"/>
                      <a:gd name="T43" fmla="*/ 2529 h 4324"/>
                      <a:gd name="T44" fmla="*/ 865 w 6756"/>
                      <a:gd name="T45" fmla="*/ 3084 h 4324"/>
                      <a:gd name="T46" fmla="*/ 457 w 6756"/>
                      <a:gd name="T47" fmla="*/ 3166 h 4324"/>
                      <a:gd name="T48" fmla="*/ 539 w 6756"/>
                      <a:gd name="T49" fmla="*/ 3574 h 4324"/>
                      <a:gd name="T50" fmla="*/ 947 w 6756"/>
                      <a:gd name="T51" fmla="*/ 3492 h 4324"/>
                      <a:gd name="T52" fmla="*/ 865 w 6756"/>
                      <a:gd name="T53" fmla="*/ 3084 h 4324"/>
                      <a:gd name="T54" fmla="*/ 1534 w 6756"/>
                      <a:gd name="T55" fmla="*/ 2937 h 4324"/>
                      <a:gd name="T56" fmla="*/ 1616 w 6756"/>
                      <a:gd name="T57" fmla="*/ 2529 h 4324"/>
                      <a:gd name="T58" fmla="*/ 1208 w 6756"/>
                      <a:gd name="T59" fmla="*/ 2448 h 4324"/>
                      <a:gd name="T60" fmla="*/ 1126 w 6756"/>
                      <a:gd name="T61" fmla="*/ 2856 h 4324"/>
                      <a:gd name="T62" fmla="*/ 1616 w 6756"/>
                      <a:gd name="T63" fmla="*/ 3492 h 4324"/>
                      <a:gd name="T64" fmla="*/ 1534 w 6756"/>
                      <a:gd name="T65" fmla="*/ 3084 h 4324"/>
                      <a:gd name="T66" fmla="*/ 1126 w 6756"/>
                      <a:gd name="T67" fmla="*/ 3166 h 4324"/>
                      <a:gd name="T68" fmla="*/ 1208 w 6756"/>
                      <a:gd name="T69" fmla="*/ 3574 h 4324"/>
                      <a:gd name="T70" fmla="*/ 1616 w 6756"/>
                      <a:gd name="T71" fmla="*/ 3492 h 4324"/>
                      <a:gd name="T72" fmla="*/ 6756 w 6756"/>
                      <a:gd name="T73" fmla="*/ 3949 h 4324"/>
                      <a:gd name="T74" fmla="*/ 5581 w 6756"/>
                      <a:gd name="T75" fmla="*/ 4112 h 4324"/>
                      <a:gd name="T76" fmla="*/ 1420 w 6756"/>
                      <a:gd name="T77" fmla="*/ 4324 h 4324"/>
                      <a:gd name="T78" fmla="*/ 163 w 6756"/>
                      <a:gd name="T79" fmla="*/ 4112 h 4324"/>
                      <a:gd name="T80" fmla="*/ 0 w 6756"/>
                      <a:gd name="T81" fmla="*/ 1681 h 4324"/>
                      <a:gd name="T82" fmla="*/ 1371 w 6756"/>
                      <a:gd name="T83" fmla="*/ 1517 h 4324"/>
                      <a:gd name="T84" fmla="*/ 3541 w 6756"/>
                      <a:gd name="T85" fmla="*/ 65 h 4324"/>
                      <a:gd name="T86" fmla="*/ 6610 w 6756"/>
                      <a:gd name="T87" fmla="*/ 1517 h 4324"/>
                      <a:gd name="T88" fmla="*/ 3541 w 6756"/>
                      <a:gd name="T89" fmla="*/ 2236 h 4324"/>
                      <a:gd name="T90" fmla="*/ 3215 w 6756"/>
                      <a:gd name="T91" fmla="*/ 3623 h 4324"/>
                      <a:gd name="T92" fmla="*/ 3541 w 6756"/>
                      <a:gd name="T93" fmla="*/ 2236 h 4324"/>
                      <a:gd name="T94" fmla="*/ 2725 w 6756"/>
                      <a:gd name="T95" fmla="*/ 3623 h 4324"/>
                      <a:gd name="T96" fmla="*/ 2399 w 6756"/>
                      <a:gd name="T97" fmla="*/ 2236 h 4324"/>
                      <a:gd name="T98" fmla="*/ 4357 w 6756"/>
                      <a:gd name="T99" fmla="*/ 2236 h 4324"/>
                      <a:gd name="T100" fmla="*/ 4031 w 6756"/>
                      <a:gd name="T101" fmla="*/ 3623 h 4324"/>
                      <a:gd name="T102" fmla="*/ 4357 w 6756"/>
                      <a:gd name="T103" fmla="*/ 2236 h 4324"/>
                      <a:gd name="T104" fmla="*/ 4602 w 6756"/>
                      <a:gd name="T105" fmla="*/ 1517 h 4324"/>
                      <a:gd name="T106" fmla="*/ 2154 w 6756"/>
                      <a:gd name="T107" fmla="*/ 1517 h 4324"/>
                      <a:gd name="T108" fmla="*/ 1501 w 6756"/>
                      <a:gd name="T109" fmla="*/ 3786 h 4324"/>
                      <a:gd name="T110" fmla="*/ 1893 w 6756"/>
                      <a:gd name="T111" fmla="*/ 3623 h 4324"/>
                      <a:gd name="T112" fmla="*/ 310 w 6756"/>
                      <a:gd name="T113" fmla="*/ 2236 h 4324"/>
                      <a:gd name="T114" fmla="*/ 6430 w 6756"/>
                      <a:gd name="T115" fmla="*/ 2236 h 4324"/>
                      <a:gd name="T116" fmla="*/ 4847 w 6756"/>
                      <a:gd name="T117" fmla="*/ 3623 h 4324"/>
                      <a:gd name="T118" fmla="*/ 5239 w 6756"/>
                      <a:gd name="T119" fmla="*/ 3786 h 4324"/>
                      <a:gd name="T120" fmla="*/ 6430 w 6756"/>
                      <a:gd name="T121" fmla="*/ 2236 h 4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756" h="4324">
                        <a:moveTo>
                          <a:pt x="5141" y="2856"/>
                        </a:moveTo>
                        <a:lnTo>
                          <a:pt x="5141" y="2529"/>
                        </a:lnTo>
                        <a:cubicBezTo>
                          <a:pt x="5141" y="2480"/>
                          <a:pt x="5173" y="2448"/>
                          <a:pt x="5222" y="2448"/>
                        </a:cubicBezTo>
                        <a:lnTo>
                          <a:pt x="5549" y="2448"/>
                        </a:lnTo>
                        <a:cubicBezTo>
                          <a:pt x="5598" y="2448"/>
                          <a:pt x="5630" y="2480"/>
                          <a:pt x="5630" y="2529"/>
                        </a:cubicBezTo>
                        <a:lnTo>
                          <a:pt x="5630" y="2856"/>
                        </a:lnTo>
                        <a:cubicBezTo>
                          <a:pt x="5630" y="2905"/>
                          <a:pt x="5598" y="2937"/>
                          <a:pt x="5549" y="2937"/>
                        </a:cubicBezTo>
                        <a:lnTo>
                          <a:pt x="5222" y="2937"/>
                        </a:lnTo>
                        <a:cubicBezTo>
                          <a:pt x="5173" y="2937"/>
                          <a:pt x="5141" y="2905"/>
                          <a:pt x="5141" y="2856"/>
                        </a:cubicBezTo>
                        <a:close/>
                        <a:moveTo>
                          <a:pt x="5222" y="3574"/>
                        </a:moveTo>
                        <a:lnTo>
                          <a:pt x="5549" y="3574"/>
                        </a:lnTo>
                        <a:cubicBezTo>
                          <a:pt x="5598" y="3574"/>
                          <a:pt x="5630" y="3541"/>
                          <a:pt x="5630" y="3492"/>
                        </a:cubicBezTo>
                        <a:lnTo>
                          <a:pt x="5630" y="3166"/>
                        </a:lnTo>
                        <a:cubicBezTo>
                          <a:pt x="5630" y="3117"/>
                          <a:pt x="5598" y="3084"/>
                          <a:pt x="5549" y="3084"/>
                        </a:cubicBezTo>
                        <a:lnTo>
                          <a:pt x="5222" y="3084"/>
                        </a:lnTo>
                        <a:cubicBezTo>
                          <a:pt x="5173" y="3084"/>
                          <a:pt x="5141" y="3117"/>
                          <a:pt x="5141" y="3166"/>
                        </a:cubicBezTo>
                        <a:lnTo>
                          <a:pt x="5141" y="3492"/>
                        </a:lnTo>
                        <a:cubicBezTo>
                          <a:pt x="5141" y="3541"/>
                          <a:pt x="5173" y="3574"/>
                          <a:pt x="5222" y="3574"/>
                        </a:cubicBezTo>
                        <a:close/>
                        <a:moveTo>
                          <a:pt x="5892" y="2937"/>
                        </a:moveTo>
                        <a:lnTo>
                          <a:pt x="6218" y="2937"/>
                        </a:lnTo>
                        <a:cubicBezTo>
                          <a:pt x="6267" y="2937"/>
                          <a:pt x="6300" y="2905"/>
                          <a:pt x="6300" y="2856"/>
                        </a:cubicBezTo>
                        <a:lnTo>
                          <a:pt x="6300" y="2529"/>
                        </a:lnTo>
                        <a:cubicBezTo>
                          <a:pt x="6300" y="2480"/>
                          <a:pt x="6267" y="2448"/>
                          <a:pt x="6218" y="2448"/>
                        </a:cubicBezTo>
                        <a:lnTo>
                          <a:pt x="5892" y="2448"/>
                        </a:lnTo>
                        <a:cubicBezTo>
                          <a:pt x="5843" y="2448"/>
                          <a:pt x="5810" y="2480"/>
                          <a:pt x="5810" y="2529"/>
                        </a:cubicBezTo>
                        <a:lnTo>
                          <a:pt x="5810" y="2856"/>
                        </a:lnTo>
                        <a:cubicBezTo>
                          <a:pt x="5810" y="2905"/>
                          <a:pt x="5843" y="2937"/>
                          <a:pt x="5892" y="2937"/>
                        </a:cubicBezTo>
                        <a:close/>
                        <a:moveTo>
                          <a:pt x="5892" y="3574"/>
                        </a:moveTo>
                        <a:lnTo>
                          <a:pt x="6218" y="3574"/>
                        </a:lnTo>
                        <a:cubicBezTo>
                          <a:pt x="6267" y="3574"/>
                          <a:pt x="6300" y="3541"/>
                          <a:pt x="6300" y="3492"/>
                        </a:cubicBezTo>
                        <a:lnTo>
                          <a:pt x="6300" y="3166"/>
                        </a:lnTo>
                        <a:cubicBezTo>
                          <a:pt x="6300" y="3117"/>
                          <a:pt x="6267" y="3084"/>
                          <a:pt x="6218" y="3084"/>
                        </a:cubicBezTo>
                        <a:lnTo>
                          <a:pt x="5892" y="3084"/>
                        </a:lnTo>
                        <a:cubicBezTo>
                          <a:pt x="5843" y="3084"/>
                          <a:pt x="5810" y="3117"/>
                          <a:pt x="5810" y="3166"/>
                        </a:cubicBezTo>
                        <a:lnTo>
                          <a:pt x="5810" y="3492"/>
                        </a:lnTo>
                        <a:cubicBezTo>
                          <a:pt x="5810" y="3541"/>
                          <a:pt x="5843" y="3574"/>
                          <a:pt x="5892" y="3574"/>
                        </a:cubicBezTo>
                        <a:close/>
                        <a:moveTo>
                          <a:pt x="865" y="2448"/>
                        </a:moveTo>
                        <a:lnTo>
                          <a:pt x="539" y="2448"/>
                        </a:lnTo>
                        <a:cubicBezTo>
                          <a:pt x="490" y="2448"/>
                          <a:pt x="457" y="2480"/>
                          <a:pt x="457" y="2529"/>
                        </a:cubicBezTo>
                        <a:lnTo>
                          <a:pt x="457" y="2856"/>
                        </a:lnTo>
                        <a:cubicBezTo>
                          <a:pt x="457" y="2905"/>
                          <a:pt x="490" y="2937"/>
                          <a:pt x="539" y="2937"/>
                        </a:cubicBezTo>
                        <a:lnTo>
                          <a:pt x="865" y="2937"/>
                        </a:lnTo>
                        <a:cubicBezTo>
                          <a:pt x="914" y="2937"/>
                          <a:pt x="947" y="2905"/>
                          <a:pt x="947" y="2856"/>
                        </a:cubicBezTo>
                        <a:lnTo>
                          <a:pt x="947" y="2529"/>
                        </a:lnTo>
                        <a:cubicBezTo>
                          <a:pt x="947" y="2480"/>
                          <a:pt x="914" y="2448"/>
                          <a:pt x="865" y="2448"/>
                        </a:cubicBezTo>
                        <a:close/>
                        <a:moveTo>
                          <a:pt x="865" y="3084"/>
                        </a:moveTo>
                        <a:lnTo>
                          <a:pt x="539" y="3084"/>
                        </a:lnTo>
                        <a:cubicBezTo>
                          <a:pt x="490" y="3084"/>
                          <a:pt x="457" y="3117"/>
                          <a:pt x="457" y="3166"/>
                        </a:cubicBezTo>
                        <a:lnTo>
                          <a:pt x="457" y="3492"/>
                        </a:lnTo>
                        <a:cubicBezTo>
                          <a:pt x="457" y="3541"/>
                          <a:pt x="490" y="3574"/>
                          <a:pt x="539" y="3574"/>
                        </a:cubicBezTo>
                        <a:lnTo>
                          <a:pt x="865" y="3574"/>
                        </a:lnTo>
                        <a:cubicBezTo>
                          <a:pt x="914" y="3574"/>
                          <a:pt x="947" y="3541"/>
                          <a:pt x="947" y="3492"/>
                        </a:cubicBezTo>
                        <a:lnTo>
                          <a:pt x="947" y="3166"/>
                        </a:lnTo>
                        <a:cubicBezTo>
                          <a:pt x="947" y="3133"/>
                          <a:pt x="914" y="3084"/>
                          <a:pt x="865" y="3084"/>
                        </a:cubicBezTo>
                        <a:close/>
                        <a:moveTo>
                          <a:pt x="1208" y="2937"/>
                        </a:moveTo>
                        <a:lnTo>
                          <a:pt x="1534" y="2937"/>
                        </a:lnTo>
                        <a:cubicBezTo>
                          <a:pt x="1583" y="2937"/>
                          <a:pt x="1616" y="2905"/>
                          <a:pt x="1616" y="2856"/>
                        </a:cubicBezTo>
                        <a:lnTo>
                          <a:pt x="1616" y="2529"/>
                        </a:lnTo>
                        <a:cubicBezTo>
                          <a:pt x="1616" y="2480"/>
                          <a:pt x="1583" y="2448"/>
                          <a:pt x="1534" y="2448"/>
                        </a:cubicBezTo>
                        <a:lnTo>
                          <a:pt x="1208" y="2448"/>
                        </a:lnTo>
                        <a:cubicBezTo>
                          <a:pt x="1159" y="2448"/>
                          <a:pt x="1126" y="2480"/>
                          <a:pt x="1126" y="2529"/>
                        </a:cubicBezTo>
                        <a:lnTo>
                          <a:pt x="1126" y="2856"/>
                        </a:lnTo>
                        <a:cubicBezTo>
                          <a:pt x="1126" y="2905"/>
                          <a:pt x="1175" y="2937"/>
                          <a:pt x="1208" y="2937"/>
                        </a:cubicBezTo>
                        <a:close/>
                        <a:moveTo>
                          <a:pt x="1616" y="3492"/>
                        </a:moveTo>
                        <a:lnTo>
                          <a:pt x="1616" y="3166"/>
                        </a:lnTo>
                        <a:cubicBezTo>
                          <a:pt x="1616" y="3117"/>
                          <a:pt x="1583" y="3084"/>
                          <a:pt x="1534" y="3084"/>
                        </a:cubicBezTo>
                        <a:lnTo>
                          <a:pt x="1208" y="3084"/>
                        </a:lnTo>
                        <a:cubicBezTo>
                          <a:pt x="1159" y="3084"/>
                          <a:pt x="1126" y="3117"/>
                          <a:pt x="1126" y="3166"/>
                        </a:cubicBezTo>
                        <a:lnTo>
                          <a:pt x="1126" y="3492"/>
                        </a:lnTo>
                        <a:cubicBezTo>
                          <a:pt x="1126" y="3541"/>
                          <a:pt x="1159" y="3574"/>
                          <a:pt x="1208" y="3574"/>
                        </a:cubicBezTo>
                        <a:lnTo>
                          <a:pt x="1534" y="3574"/>
                        </a:lnTo>
                        <a:cubicBezTo>
                          <a:pt x="1583" y="3574"/>
                          <a:pt x="1616" y="3541"/>
                          <a:pt x="1616" y="3492"/>
                        </a:cubicBezTo>
                        <a:close/>
                        <a:moveTo>
                          <a:pt x="6756" y="1681"/>
                        </a:moveTo>
                        <a:lnTo>
                          <a:pt x="6756" y="3949"/>
                        </a:lnTo>
                        <a:cubicBezTo>
                          <a:pt x="6756" y="4047"/>
                          <a:pt x="6691" y="4112"/>
                          <a:pt x="6593" y="4112"/>
                        </a:cubicBezTo>
                        <a:lnTo>
                          <a:pt x="5581" y="4112"/>
                        </a:lnTo>
                        <a:cubicBezTo>
                          <a:pt x="5565" y="4227"/>
                          <a:pt x="5467" y="4324"/>
                          <a:pt x="5337" y="4324"/>
                        </a:cubicBezTo>
                        <a:lnTo>
                          <a:pt x="1420" y="4324"/>
                        </a:lnTo>
                        <a:cubicBezTo>
                          <a:pt x="1289" y="4324"/>
                          <a:pt x="1191" y="4227"/>
                          <a:pt x="1175" y="4112"/>
                        </a:cubicBezTo>
                        <a:lnTo>
                          <a:pt x="163" y="4112"/>
                        </a:lnTo>
                        <a:cubicBezTo>
                          <a:pt x="65" y="4112"/>
                          <a:pt x="0" y="4047"/>
                          <a:pt x="0" y="3949"/>
                        </a:cubicBezTo>
                        <a:lnTo>
                          <a:pt x="0" y="1681"/>
                        </a:lnTo>
                        <a:cubicBezTo>
                          <a:pt x="0" y="1583"/>
                          <a:pt x="65" y="1517"/>
                          <a:pt x="163" y="1517"/>
                        </a:cubicBezTo>
                        <a:lnTo>
                          <a:pt x="1371" y="1517"/>
                        </a:lnTo>
                        <a:lnTo>
                          <a:pt x="3248" y="65"/>
                        </a:lnTo>
                        <a:cubicBezTo>
                          <a:pt x="3329" y="0"/>
                          <a:pt x="3460" y="0"/>
                          <a:pt x="3541" y="65"/>
                        </a:cubicBezTo>
                        <a:lnTo>
                          <a:pt x="5402" y="1517"/>
                        </a:lnTo>
                        <a:lnTo>
                          <a:pt x="6610" y="1517"/>
                        </a:lnTo>
                        <a:cubicBezTo>
                          <a:pt x="6691" y="1517"/>
                          <a:pt x="6756" y="1599"/>
                          <a:pt x="6756" y="1681"/>
                        </a:cubicBezTo>
                        <a:close/>
                        <a:moveTo>
                          <a:pt x="3541" y="2236"/>
                        </a:moveTo>
                        <a:lnTo>
                          <a:pt x="3215" y="2236"/>
                        </a:lnTo>
                        <a:lnTo>
                          <a:pt x="3215" y="3623"/>
                        </a:lnTo>
                        <a:lnTo>
                          <a:pt x="3541" y="3623"/>
                        </a:lnTo>
                        <a:lnTo>
                          <a:pt x="3541" y="2236"/>
                        </a:lnTo>
                        <a:close/>
                        <a:moveTo>
                          <a:pt x="2399" y="3623"/>
                        </a:moveTo>
                        <a:lnTo>
                          <a:pt x="2725" y="3623"/>
                        </a:lnTo>
                        <a:lnTo>
                          <a:pt x="2725" y="2236"/>
                        </a:lnTo>
                        <a:lnTo>
                          <a:pt x="2399" y="2236"/>
                        </a:lnTo>
                        <a:lnTo>
                          <a:pt x="2399" y="3623"/>
                        </a:lnTo>
                        <a:close/>
                        <a:moveTo>
                          <a:pt x="4357" y="2236"/>
                        </a:moveTo>
                        <a:lnTo>
                          <a:pt x="4031" y="2236"/>
                        </a:lnTo>
                        <a:lnTo>
                          <a:pt x="4031" y="3623"/>
                        </a:lnTo>
                        <a:lnTo>
                          <a:pt x="4357" y="3623"/>
                        </a:lnTo>
                        <a:lnTo>
                          <a:pt x="4357" y="2236"/>
                        </a:lnTo>
                        <a:close/>
                        <a:moveTo>
                          <a:pt x="2154" y="1517"/>
                        </a:moveTo>
                        <a:lnTo>
                          <a:pt x="4602" y="1517"/>
                        </a:lnTo>
                        <a:lnTo>
                          <a:pt x="3378" y="571"/>
                        </a:lnTo>
                        <a:lnTo>
                          <a:pt x="2154" y="1517"/>
                        </a:lnTo>
                        <a:close/>
                        <a:moveTo>
                          <a:pt x="310" y="3786"/>
                        </a:moveTo>
                        <a:lnTo>
                          <a:pt x="1501" y="3786"/>
                        </a:lnTo>
                        <a:cubicBezTo>
                          <a:pt x="1534" y="3688"/>
                          <a:pt x="1632" y="3623"/>
                          <a:pt x="1730" y="3623"/>
                        </a:cubicBezTo>
                        <a:lnTo>
                          <a:pt x="1893" y="3623"/>
                        </a:lnTo>
                        <a:lnTo>
                          <a:pt x="1893" y="2236"/>
                        </a:lnTo>
                        <a:lnTo>
                          <a:pt x="310" y="2236"/>
                        </a:lnTo>
                        <a:lnTo>
                          <a:pt x="310" y="3786"/>
                        </a:lnTo>
                        <a:close/>
                        <a:moveTo>
                          <a:pt x="6430" y="2236"/>
                        </a:moveTo>
                        <a:lnTo>
                          <a:pt x="4847" y="2236"/>
                        </a:lnTo>
                        <a:lnTo>
                          <a:pt x="4847" y="3623"/>
                        </a:lnTo>
                        <a:lnTo>
                          <a:pt x="5010" y="3623"/>
                        </a:lnTo>
                        <a:cubicBezTo>
                          <a:pt x="5124" y="3623"/>
                          <a:pt x="5206" y="3688"/>
                          <a:pt x="5239" y="3786"/>
                        </a:cubicBezTo>
                        <a:lnTo>
                          <a:pt x="6430" y="3786"/>
                        </a:lnTo>
                        <a:lnTo>
                          <a:pt x="6430" y="2236"/>
                        </a:lnTo>
                        <a:close/>
                      </a:path>
                    </a:pathLst>
                  </a:custGeom>
                  <a:solidFill>
                    <a:srgbClr val="66A6CA"/>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grpSp>
            <p:pic>
              <p:nvPicPr>
                <p:cNvPr id="136" name="图形 135" descr="书"/>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30161" y="2983233"/>
                  <a:ext cx="773420" cy="773420"/>
                </a:xfrm>
                <a:prstGeom prst="rect">
                  <a:avLst/>
                </a:prstGeom>
              </p:spPr>
            </p:pic>
          </p:grpSp>
          <p:pic>
            <p:nvPicPr>
              <p:cNvPr id="138" name="图形 137" descr="打开的书"/>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19596" y="4784557"/>
                <a:ext cx="801588" cy="801588"/>
              </a:xfrm>
              <a:prstGeom prst="rect">
                <a:avLst/>
              </a:prstGeom>
            </p:spPr>
          </p:pic>
        </p:grpSp>
      </p:grpSp>
      <p:sp>
        <p:nvSpPr>
          <p:cNvPr id="168" name="矩形 167"/>
          <p:cNvSpPr/>
          <p:nvPr/>
        </p:nvSpPr>
        <p:spPr>
          <a:xfrm>
            <a:off x="0" y="444137"/>
            <a:ext cx="2086338" cy="60089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9" name="流程图: 过程 168"/>
          <p:cNvSpPr/>
          <p:nvPr/>
        </p:nvSpPr>
        <p:spPr>
          <a:xfrm>
            <a:off x="0" y="339634"/>
            <a:ext cx="1994263" cy="590024"/>
          </a:xfrm>
          <a:prstGeom prst="flowChart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b="1" dirty="0">
                <a:cs typeface="+mn-ea"/>
                <a:sym typeface="+mn-lt"/>
              </a:rPr>
              <a:t>소년 시절</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0" y="444137"/>
            <a:ext cx="2086338" cy="60089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4" name="组合 33"/>
          <p:cNvGrpSpPr/>
          <p:nvPr/>
        </p:nvGrpSpPr>
        <p:grpSpPr>
          <a:xfrm>
            <a:off x="1825670" y="0"/>
            <a:ext cx="8588780" cy="6951663"/>
            <a:chOff x="1825670" y="0"/>
            <a:chExt cx="8588780" cy="6951663"/>
          </a:xfrm>
        </p:grpSpPr>
        <p:grpSp>
          <p:nvGrpSpPr>
            <p:cNvPr id="3" name="445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825670" y="0"/>
              <a:ext cx="8588780" cy="6951663"/>
              <a:chOff x="1825670" y="0"/>
              <a:chExt cx="8588780" cy="6951663"/>
            </a:xfrm>
          </p:grpSpPr>
          <p:sp>
            <p:nvSpPr>
              <p:cNvPr id="4" name="îṧ1ïdè"/>
              <p:cNvSpPr/>
              <p:nvPr/>
            </p:nvSpPr>
            <p:spPr>
              <a:xfrm>
                <a:off x="6073775" y="0"/>
                <a:ext cx="44450" cy="695166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sz="2000" b="1">
                  <a:cs typeface="+mn-ea"/>
                  <a:sym typeface="+mn-lt"/>
                </a:endParaRPr>
              </a:p>
            </p:txBody>
          </p:sp>
          <p:sp>
            <p:nvSpPr>
              <p:cNvPr id="5" name="ïṥľiďê"/>
              <p:cNvSpPr/>
              <p:nvPr/>
            </p:nvSpPr>
            <p:spPr>
              <a:xfrm>
                <a:off x="5981700" y="1241425"/>
                <a:ext cx="228600" cy="22860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85000" lnSpcReduction="10000"/>
              </a:bodyPr>
              <a:lstStyle/>
              <a:p>
                <a:pPr algn="ctr"/>
                <a:endParaRPr sz="600" b="1">
                  <a:cs typeface="+mn-ea"/>
                  <a:sym typeface="+mn-lt"/>
                </a:endParaRPr>
              </a:p>
            </p:txBody>
          </p:sp>
          <p:sp>
            <p:nvSpPr>
              <p:cNvPr id="6" name="îṥḻíḍe"/>
              <p:cNvSpPr/>
              <p:nvPr/>
            </p:nvSpPr>
            <p:spPr>
              <a:xfrm>
                <a:off x="5981700" y="2309813"/>
                <a:ext cx="228600" cy="22860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85000" lnSpcReduction="10000"/>
              </a:bodyPr>
              <a:lstStyle/>
              <a:p>
                <a:pPr algn="ctr"/>
                <a:endParaRPr sz="600" b="1" dirty="0">
                  <a:cs typeface="+mn-ea"/>
                  <a:sym typeface="+mn-lt"/>
                </a:endParaRPr>
              </a:p>
            </p:txBody>
          </p:sp>
          <p:sp>
            <p:nvSpPr>
              <p:cNvPr id="7" name="ï$ļide"/>
              <p:cNvSpPr/>
              <p:nvPr/>
            </p:nvSpPr>
            <p:spPr>
              <a:xfrm>
                <a:off x="5981700" y="4354513"/>
                <a:ext cx="228600" cy="230187"/>
              </a:xfrm>
              <a:prstGeom prst="ellipse">
                <a:avLst/>
              </a:prstGeom>
              <a:solidFill>
                <a:schemeClr val="tx1">
                  <a:lumMod val="50000"/>
                  <a:lumOff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85000" lnSpcReduction="10000"/>
              </a:bodyPr>
              <a:lstStyle/>
              <a:p>
                <a:pPr algn="ctr"/>
                <a:endParaRPr sz="600" b="1">
                  <a:cs typeface="+mn-ea"/>
                  <a:sym typeface="+mn-lt"/>
                </a:endParaRPr>
              </a:p>
            </p:txBody>
          </p:sp>
          <p:grpSp>
            <p:nvGrpSpPr>
              <p:cNvPr id="8" name="ïśḷíḍè"/>
              <p:cNvGrpSpPr/>
              <p:nvPr/>
            </p:nvGrpSpPr>
            <p:grpSpPr>
              <a:xfrm>
                <a:off x="6430538" y="929658"/>
                <a:ext cx="3983912" cy="1749176"/>
                <a:chOff x="6430538" y="929658"/>
                <a:chExt cx="3983912" cy="1749176"/>
              </a:xfrm>
              <a:solidFill>
                <a:schemeClr val="accent1"/>
              </a:solidFill>
            </p:grpSpPr>
            <p:sp>
              <p:nvSpPr>
                <p:cNvPr id="27" name="îśḷïde"/>
                <p:cNvSpPr/>
                <p:nvPr/>
              </p:nvSpPr>
              <p:spPr>
                <a:xfrm rot="16200000">
                  <a:off x="6411996" y="1239246"/>
                  <a:ext cx="268866" cy="23178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sz="600" b="1">
                    <a:solidFill>
                      <a:schemeClr val="tx1"/>
                    </a:solidFill>
                    <a:cs typeface="+mn-ea"/>
                    <a:sym typeface="+mn-lt"/>
                  </a:endParaRPr>
                </a:p>
              </p:txBody>
            </p:sp>
            <p:sp>
              <p:nvSpPr>
                <p:cNvPr id="28" name="ïṥľidè"/>
                <p:cNvSpPr/>
                <p:nvPr/>
              </p:nvSpPr>
              <p:spPr>
                <a:xfrm>
                  <a:off x="6570733" y="929658"/>
                  <a:ext cx="3843717" cy="1749176"/>
                </a:xfrm>
                <a:prstGeom prst="roundRect">
                  <a:avLst>
                    <a:gd name="adj" fmla="val 4639"/>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sz="2000" b="1">
                    <a:solidFill>
                      <a:schemeClr val="tx1"/>
                    </a:solidFill>
                    <a:cs typeface="+mn-ea"/>
                    <a:sym typeface="+mn-lt"/>
                  </a:endParaRPr>
                </a:p>
              </p:txBody>
            </p:sp>
          </p:grpSp>
          <p:grpSp>
            <p:nvGrpSpPr>
              <p:cNvPr id="9" name="íslîḑe"/>
              <p:cNvGrpSpPr/>
              <p:nvPr/>
            </p:nvGrpSpPr>
            <p:grpSpPr>
              <a:xfrm>
                <a:off x="6430538" y="4061276"/>
                <a:ext cx="3983912" cy="1749176"/>
                <a:chOff x="6430538" y="4061276"/>
                <a:chExt cx="3983912" cy="1749176"/>
              </a:xfrm>
              <a:solidFill>
                <a:schemeClr val="accent3"/>
              </a:solidFill>
            </p:grpSpPr>
            <p:sp>
              <p:nvSpPr>
                <p:cNvPr id="25" name="iṡ1íḍê"/>
                <p:cNvSpPr/>
                <p:nvPr/>
              </p:nvSpPr>
              <p:spPr>
                <a:xfrm rot="16200000">
                  <a:off x="6411996" y="4370864"/>
                  <a:ext cx="268866" cy="231781"/>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sz="600" b="1">
                    <a:solidFill>
                      <a:schemeClr val="tx1"/>
                    </a:solidFill>
                    <a:cs typeface="+mn-ea"/>
                    <a:sym typeface="+mn-lt"/>
                  </a:endParaRPr>
                </a:p>
              </p:txBody>
            </p:sp>
            <p:sp>
              <p:nvSpPr>
                <p:cNvPr id="26" name="îŝḻiḋé"/>
                <p:cNvSpPr/>
                <p:nvPr/>
              </p:nvSpPr>
              <p:spPr>
                <a:xfrm>
                  <a:off x="6570733" y="4061276"/>
                  <a:ext cx="3843717" cy="1749176"/>
                </a:xfrm>
                <a:prstGeom prst="roundRect">
                  <a:avLst>
                    <a:gd name="adj" fmla="val 4639"/>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sz="2000" b="1">
                    <a:solidFill>
                      <a:schemeClr val="tx1"/>
                    </a:solidFill>
                    <a:cs typeface="+mn-ea"/>
                    <a:sym typeface="+mn-lt"/>
                  </a:endParaRPr>
                </a:p>
              </p:txBody>
            </p:sp>
          </p:grpSp>
          <p:grpSp>
            <p:nvGrpSpPr>
              <p:cNvPr id="10" name="ïŝḻîḍe"/>
              <p:cNvGrpSpPr/>
              <p:nvPr/>
            </p:nvGrpSpPr>
            <p:grpSpPr>
              <a:xfrm flipH="1">
                <a:off x="1825670" y="1943938"/>
                <a:ext cx="3975741" cy="1749176"/>
                <a:chOff x="6430538" y="870058"/>
                <a:chExt cx="3975741" cy="1749176"/>
              </a:xfrm>
              <a:solidFill>
                <a:schemeClr val="accent2"/>
              </a:solidFill>
            </p:grpSpPr>
            <p:sp>
              <p:nvSpPr>
                <p:cNvPr id="23" name="íṧľiḓe"/>
                <p:cNvSpPr/>
                <p:nvPr/>
              </p:nvSpPr>
              <p:spPr>
                <a:xfrm rot="16200000">
                  <a:off x="6411996" y="1239246"/>
                  <a:ext cx="268866" cy="23178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sz="600" b="1">
                    <a:solidFill>
                      <a:schemeClr val="tx1"/>
                    </a:solidFill>
                    <a:cs typeface="+mn-ea"/>
                    <a:sym typeface="+mn-lt"/>
                  </a:endParaRPr>
                </a:p>
              </p:txBody>
            </p:sp>
            <p:sp>
              <p:nvSpPr>
                <p:cNvPr id="24" name="îṡḷiḋê"/>
                <p:cNvSpPr/>
                <p:nvPr/>
              </p:nvSpPr>
              <p:spPr>
                <a:xfrm>
                  <a:off x="6562562" y="870058"/>
                  <a:ext cx="3843717" cy="1749176"/>
                </a:xfrm>
                <a:prstGeom prst="roundRect">
                  <a:avLst>
                    <a:gd name="adj" fmla="val 4639"/>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sz="2000" b="1">
                    <a:solidFill>
                      <a:schemeClr val="tx1"/>
                    </a:solidFill>
                    <a:cs typeface="+mn-ea"/>
                    <a:sym typeface="+mn-lt"/>
                  </a:endParaRPr>
                </a:p>
              </p:txBody>
            </p:sp>
          </p:grpSp>
          <p:grpSp>
            <p:nvGrpSpPr>
              <p:cNvPr id="11" name="ïśļídè"/>
              <p:cNvGrpSpPr/>
              <p:nvPr/>
            </p:nvGrpSpPr>
            <p:grpSpPr>
              <a:xfrm>
                <a:off x="2244552" y="2832264"/>
                <a:ext cx="3016500" cy="863956"/>
                <a:chOff x="2244552" y="2832264"/>
                <a:chExt cx="3016500" cy="863956"/>
              </a:xfrm>
            </p:grpSpPr>
            <p:sp>
              <p:nvSpPr>
                <p:cNvPr id="21" name="îsļiḋè"/>
                <p:cNvSpPr txBox="1"/>
                <p:nvPr/>
              </p:nvSpPr>
              <p:spPr bwMode="auto">
                <a:xfrm>
                  <a:off x="3185077" y="2832264"/>
                  <a:ext cx="2075974" cy="309958"/>
                </a:xfrm>
                <a:prstGeom prst="rect">
                  <a:avLst/>
                </a:prstGeom>
                <a:noFill/>
              </p:spPr>
              <p:txBody>
                <a:bodyPr wrap="square" lIns="91440" tIns="45720" rIns="91440" bIns="45720">
                  <a:noAutofit/>
                </a:bodyPr>
                <a:lstStyle/>
                <a:p>
                  <a:pPr algn="r"/>
                  <a:r>
                    <a:rPr lang="en-US" altLang="ko-KR" sz="1600" b="1" dirty="0">
                      <a:solidFill>
                        <a:schemeClr val="tx1">
                          <a:lumMod val="75000"/>
                          <a:lumOff val="25000"/>
                        </a:schemeClr>
                      </a:solidFill>
                      <a:cs typeface="+mn-ea"/>
                      <a:sym typeface="+mn-lt"/>
                    </a:rPr>
                    <a:t>1942</a:t>
                  </a:r>
                  <a:r>
                    <a:rPr lang="ko-KR" altLang="en-US" sz="1600" b="1" dirty="0">
                      <a:cs typeface="+mn-ea"/>
                      <a:sym typeface="+mn-lt"/>
                    </a:rPr>
                    <a:t> 년</a:t>
                  </a:r>
                  <a:r>
                    <a:rPr lang="en-US" altLang="ko-KR" sz="1600" b="1" dirty="0">
                      <a:solidFill>
                        <a:schemeClr val="tx1">
                          <a:lumMod val="75000"/>
                          <a:lumOff val="25000"/>
                        </a:schemeClr>
                      </a:solidFill>
                      <a:cs typeface="+mn-ea"/>
                      <a:sym typeface="+mn-lt"/>
                    </a:rPr>
                    <a:t> 10</a:t>
                  </a:r>
                  <a:r>
                    <a:rPr lang="ko-KR" altLang="en-US" sz="1600" b="1" dirty="0">
                      <a:solidFill>
                        <a:schemeClr val="tx1">
                          <a:lumMod val="75000"/>
                          <a:lumOff val="25000"/>
                        </a:schemeClr>
                      </a:solidFill>
                      <a:cs typeface="+mn-ea"/>
                      <a:sym typeface="+mn-lt"/>
                    </a:rPr>
                    <a:t>월</a:t>
                  </a:r>
                  <a:endParaRPr lang="zh-CN" altLang="en-US" sz="1600" b="1" dirty="0">
                    <a:effectLst/>
                    <a:cs typeface="+mn-ea"/>
                    <a:sym typeface="+mn-lt"/>
                  </a:endParaRPr>
                </a:p>
              </p:txBody>
            </p:sp>
            <p:sp>
              <p:nvSpPr>
                <p:cNvPr id="22" name="íṣľíḋe"/>
                <p:cNvSpPr/>
                <p:nvPr/>
              </p:nvSpPr>
              <p:spPr>
                <a:xfrm>
                  <a:off x="2244552" y="3142222"/>
                  <a:ext cx="3016500" cy="553998"/>
                </a:xfrm>
                <a:prstGeom prst="rect">
                  <a:avLst/>
                </a:prstGeom>
              </p:spPr>
              <p:txBody>
                <a:bodyPr wrap="square" lIns="91440" tIns="45720" rIns="91440" bIns="45720">
                  <a:normAutofit/>
                </a:bodyPr>
                <a:lstStyle/>
                <a:p>
                  <a:pPr algn="r">
                    <a:lnSpc>
                      <a:spcPct val="120000"/>
                    </a:lnSpc>
                  </a:pPr>
                  <a:r>
                    <a:rPr lang="ko-KR" altLang="en-US" sz="1400" b="1" dirty="0">
                      <a:solidFill>
                        <a:schemeClr val="tx1">
                          <a:lumMod val="65000"/>
                          <a:lumOff val="35000"/>
                        </a:schemeClr>
                      </a:solidFill>
                      <a:cs typeface="+mn-ea"/>
                      <a:sym typeface="+mn-lt"/>
                    </a:rPr>
                    <a:t>교토 도시샤 대학 영문학과에 편입</a:t>
                  </a:r>
                  <a:endParaRPr lang="en-US" altLang="zh-CN" sz="1400" b="1" dirty="0">
                    <a:solidFill>
                      <a:schemeClr val="tx1">
                        <a:lumMod val="65000"/>
                        <a:lumOff val="35000"/>
                      </a:schemeClr>
                    </a:solidFill>
                    <a:cs typeface="+mn-ea"/>
                    <a:sym typeface="+mn-lt"/>
                  </a:endParaRPr>
                </a:p>
              </p:txBody>
            </p:sp>
          </p:grpSp>
          <p:grpSp>
            <p:nvGrpSpPr>
              <p:cNvPr id="12" name="îṩḷïďè"/>
              <p:cNvGrpSpPr/>
              <p:nvPr/>
            </p:nvGrpSpPr>
            <p:grpSpPr>
              <a:xfrm>
                <a:off x="6852084" y="1659899"/>
                <a:ext cx="3415322" cy="863956"/>
                <a:chOff x="6852084" y="1536390"/>
                <a:chExt cx="3415322" cy="863956"/>
              </a:xfrm>
            </p:grpSpPr>
            <p:sp>
              <p:nvSpPr>
                <p:cNvPr id="19" name="ïṣḻîḑè"/>
                <p:cNvSpPr txBox="1"/>
                <p:nvPr/>
              </p:nvSpPr>
              <p:spPr bwMode="auto">
                <a:xfrm>
                  <a:off x="6852084" y="1536390"/>
                  <a:ext cx="1258976" cy="309958"/>
                </a:xfrm>
                <a:prstGeom prst="rect">
                  <a:avLst/>
                </a:prstGeom>
                <a:noFill/>
              </p:spPr>
              <p:txBody>
                <a:bodyPr wrap="square" lIns="91440" tIns="45720" rIns="91440" bIns="45720">
                  <a:noAutofit/>
                </a:bodyPr>
                <a:lstStyle/>
                <a:p>
                  <a:r>
                    <a:rPr lang="en-US" altLang="ko-KR" sz="1600" b="1" dirty="0">
                      <a:cs typeface="+mn-ea"/>
                      <a:sym typeface="+mn-lt"/>
                    </a:rPr>
                    <a:t>1942</a:t>
                  </a:r>
                  <a:r>
                    <a:rPr lang="ko-KR" altLang="en-US" sz="1600" b="1" dirty="0">
                      <a:cs typeface="+mn-ea"/>
                      <a:sym typeface="+mn-lt"/>
                    </a:rPr>
                    <a:t>년 </a:t>
                  </a:r>
                  <a:r>
                    <a:rPr lang="en-US" altLang="ko-KR" sz="1600" b="1" dirty="0">
                      <a:cs typeface="+mn-ea"/>
                      <a:sym typeface="+mn-lt"/>
                    </a:rPr>
                    <a:t>3</a:t>
                  </a:r>
                  <a:r>
                    <a:rPr lang="ko-KR" altLang="en-US" sz="1600" b="1" dirty="0">
                      <a:cs typeface="+mn-ea"/>
                      <a:sym typeface="+mn-lt"/>
                    </a:rPr>
                    <a:t>월</a:t>
                  </a:r>
                  <a:endParaRPr lang="zh-CN" altLang="en-US" sz="1600" b="1" dirty="0">
                    <a:effectLst/>
                    <a:cs typeface="+mn-ea"/>
                    <a:sym typeface="+mn-lt"/>
                  </a:endParaRPr>
                </a:p>
              </p:txBody>
            </p:sp>
            <p:sp>
              <p:nvSpPr>
                <p:cNvPr id="20" name="iṩ1iḍe"/>
                <p:cNvSpPr/>
                <p:nvPr/>
              </p:nvSpPr>
              <p:spPr>
                <a:xfrm>
                  <a:off x="6852084" y="1846348"/>
                  <a:ext cx="3415322" cy="553998"/>
                </a:xfrm>
                <a:prstGeom prst="rect">
                  <a:avLst/>
                </a:prstGeom>
              </p:spPr>
              <p:txBody>
                <a:bodyPr wrap="square" lIns="91440" tIns="45720" rIns="91440" bIns="45720">
                  <a:noAutofit/>
                </a:bodyPr>
                <a:lstStyle/>
                <a:p>
                  <a:pPr>
                    <a:lnSpc>
                      <a:spcPct val="120000"/>
                    </a:lnSpc>
                  </a:pPr>
                  <a:r>
                    <a:rPr lang="ko-KR" altLang="en-US" sz="1400" b="1" dirty="0">
                      <a:solidFill>
                        <a:schemeClr val="tx1">
                          <a:lumMod val="65000"/>
                          <a:lumOff val="35000"/>
                        </a:schemeClr>
                      </a:solidFill>
                      <a:cs typeface="+mn-ea"/>
                      <a:sym typeface="+mn-lt"/>
                    </a:rPr>
                    <a:t>일본으로 건너가 도쿄 릿쿄 대학 문학부 영문과 입학</a:t>
                  </a:r>
                  <a:endParaRPr lang="en-US" altLang="zh-CN" sz="1400" b="1" dirty="0">
                    <a:solidFill>
                      <a:schemeClr val="tx1">
                        <a:lumMod val="65000"/>
                        <a:lumOff val="35000"/>
                      </a:schemeClr>
                    </a:solidFill>
                    <a:cs typeface="+mn-ea"/>
                    <a:sym typeface="+mn-lt"/>
                  </a:endParaRPr>
                </a:p>
              </p:txBody>
            </p:sp>
          </p:grpSp>
          <p:grpSp>
            <p:nvGrpSpPr>
              <p:cNvPr id="13" name="ïṡ1íḍè"/>
              <p:cNvGrpSpPr/>
              <p:nvPr/>
            </p:nvGrpSpPr>
            <p:grpSpPr>
              <a:xfrm>
                <a:off x="6852083" y="4766123"/>
                <a:ext cx="3415323" cy="863956"/>
                <a:chOff x="6852083" y="4689140"/>
                <a:chExt cx="3415323" cy="863956"/>
              </a:xfrm>
            </p:grpSpPr>
            <p:sp>
              <p:nvSpPr>
                <p:cNvPr id="17" name="ïšḻiḍé"/>
                <p:cNvSpPr txBox="1"/>
                <p:nvPr/>
              </p:nvSpPr>
              <p:spPr bwMode="auto">
                <a:xfrm>
                  <a:off x="6852083" y="4689140"/>
                  <a:ext cx="2770887" cy="309958"/>
                </a:xfrm>
                <a:prstGeom prst="rect">
                  <a:avLst/>
                </a:prstGeom>
                <a:noFill/>
              </p:spPr>
              <p:txBody>
                <a:bodyPr wrap="square" lIns="91440" tIns="45720" rIns="91440" bIns="45720">
                  <a:noAutofit/>
                </a:bodyPr>
                <a:lstStyle/>
                <a:p>
                  <a:r>
                    <a:rPr lang="en-US" altLang="ko-KR" sz="1600" b="1" dirty="0">
                      <a:cs typeface="+mn-ea"/>
                      <a:sym typeface="+mn-lt"/>
                    </a:rPr>
                    <a:t>1943</a:t>
                  </a:r>
                  <a:r>
                    <a:rPr lang="ko-KR" altLang="en-US" sz="1600" b="1" dirty="0">
                      <a:cs typeface="+mn-ea"/>
                      <a:sym typeface="+mn-lt"/>
                    </a:rPr>
                    <a:t>년 </a:t>
                  </a:r>
                  <a:r>
                    <a:rPr lang="en-US" altLang="ko-KR" sz="1600" b="1" dirty="0">
                      <a:cs typeface="+mn-ea"/>
                      <a:sym typeface="+mn-lt"/>
                    </a:rPr>
                    <a:t>7</a:t>
                  </a:r>
                  <a:r>
                    <a:rPr lang="ko-KR" altLang="en-US" sz="1600" b="1" dirty="0">
                      <a:cs typeface="+mn-ea"/>
                      <a:sym typeface="+mn-lt"/>
                    </a:rPr>
                    <a:t>월 </a:t>
                  </a:r>
                  <a:r>
                    <a:rPr lang="en-US" altLang="ko-KR" sz="1600" b="1" dirty="0">
                      <a:cs typeface="+mn-ea"/>
                      <a:sym typeface="+mn-lt"/>
                    </a:rPr>
                    <a:t>14</a:t>
                  </a:r>
                  <a:r>
                    <a:rPr lang="ko-KR" altLang="en-US" sz="1600" b="1" dirty="0">
                      <a:cs typeface="+mn-ea"/>
                      <a:sym typeface="+mn-lt"/>
                    </a:rPr>
                    <a:t>일</a:t>
                  </a:r>
                  <a:endParaRPr lang="zh-CN" altLang="en-US" sz="1600" b="1" dirty="0">
                    <a:cs typeface="+mn-ea"/>
                    <a:sym typeface="+mn-lt"/>
                  </a:endParaRPr>
                </a:p>
              </p:txBody>
            </p:sp>
            <p:sp>
              <p:nvSpPr>
                <p:cNvPr id="18" name="îs1iḓe"/>
                <p:cNvSpPr/>
                <p:nvPr/>
              </p:nvSpPr>
              <p:spPr>
                <a:xfrm>
                  <a:off x="6852084" y="4999098"/>
                  <a:ext cx="3415322" cy="553998"/>
                </a:xfrm>
                <a:prstGeom prst="rect">
                  <a:avLst/>
                </a:prstGeom>
              </p:spPr>
              <p:txBody>
                <a:bodyPr wrap="square" lIns="91440" tIns="45720" rIns="91440" bIns="45720">
                  <a:normAutofit lnSpcReduction="10000"/>
                </a:bodyPr>
                <a:lstStyle/>
                <a:p>
                  <a:pPr>
                    <a:lnSpc>
                      <a:spcPct val="120000"/>
                    </a:lnSpc>
                  </a:pPr>
                  <a:r>
                    <a:rPr lang="ko-KR" altLang="en-US" sz="1400" b="1" dirty="0">
                      <a:solidFill>
                        <a:schemeClr val="tx1">
                          <a:lumMod val="65000"/>
                          <a:lumOff val="35000"/>
                        </a:schemeClr>
                      </a:solidFill>
                      <a:cs typeface="+mn-ea"/>
                      <a:sym typeface="+mn-lt"/>
                    </a:rPr>
                    <a:t>귀향길에 오르기 전 사상범으로 일본 경찰에 체포됨</a:t>
                  </a:r>
                  <a:endParaRPr lang="en-US" altLang="zh-CN" sz="1400" b="1" dirty="0">
                    <a:solidFill>
                      <a:schemeClr val="tx1">
                        <a:lumMod val="65000"/>
                        <a:lumOff val="35000"/>
                      </a:schemeClr>
                    </a:solidFill>
                    <a:cs typeface="+mn-ea"/>
                    <a:sym typeface="+mn-lt"/>
                  </a:endParaRPr>
                </a:p>
              </p:txBody>
            </p:sp>
          </p:grpSp>
          <p:sp>
            <p:nvSpPr>
              <p:cNvPr id="16" name="íşḻídê"/>
              <p:cNvSpPr/>
              <p:nvPr/>
            </p:nvSpPr>
            <p:spPr bwMode="auto">
              <a:xfrm>
                <a:off x="6930948" y="1121593"/>
                <a:ext cx="467085" cy="467085"/>
              </a:xfrm>
              <a:custGeom>
                <a:avLst/>
                <a:gdLst>
                  <a:gd name="T0" fmla="*/ 182 w 236"/>
                  <a:gd name="T1" fmla="*/ 109 h 236"/>
                  <a:gd name="T2" fmla="*/ 157 w 236"/>
                  <a:gd name="T3" fmla="*/ 103 h 236"/>
                  <a:gd name="T4" fmla="*/ 134 w 236"/>
                  <a:gd name="T5" fmla="*/ 102 h 236"/>
                  <a:gd name="T6" fmla="*/ 120 w 236"/>
                  <a:gd name="T7" fmla="*/ 114 h 236"/>
                  <a:gd name="T8" fmla="*/ 118 w 236"/>
                  <a:gd name="T9" fmla="*/ 129 h 236"/>
                  <a:gd name="T10" fmla="*/ 122 w 236"/>
                  <a:gd name="T11" fmla="*/ 141 h 236"/>
                  <a:gd name="T12" fmla="*/ 135 w 236"/>
                  <a:gd name="T13" fmla="*/ 156 h 236"/>
                  <a:gd name="T14" fmla="*/ 139 w 236"/>
                  <a:gd name="T15" fmla="*/ 185 h 236"/>
                  <a:gd name="T16" fmla="*/ 152 w 236"/>
                  <a:gd name="T17" fmla="*/ 198 h 236"/>
                  <a:gd name="T18" fmla="*/ 169 w 236"/>
                  <a:gd name="T19" fmla="*/ 180 h 236"/>
                  <a:gd name="T20" fmla="*/ 187 w 236"/>
                  <a:gd name="T21" fmla="*/ 150 h 236"/>
                  <a:gd name="T22" fmla="*/ 200 w 236"/>
                  <a:gd name="T23" fmla="*/ 122 h 236"/>
                  <a:gd name="T24" fmla="*/ 182 w 236"/>
                  <a:gd name="T25" fmla="*/ 109 h 236"/>
                  <a:gd name="T26" fmla="*/ 118 w 236"/>
                  <a:gd name="T27" fmla="*/ 0 h 236"/>
                  <a:gd name="T28" fmla="*/ 0 w 236"/>
                  <a:gd name="T29" fmla="*/ 118 h 236"/>
                  <a:gd name="T30" fmla="*/ 118 w 236"/>
                  <a:gd name="T31" fmla="*/ 236 h 236"/>
                  <a:gd name="T32" fmla="*/ 236 w 236"/>
                  <a:gd name="T33" fmla="*/ 118 h 236"/>
                  <a:gd name="T34" fmla="*/ 118 w 236"/>
                  <a:gd name="T35" fmla="*/ 0 h 236"/>
                  <a:gd name="T36" fmla="*/ 126 w 236"/>
                  <a:gd name="T37" fmla="*/ 212 h 236"/>
                  <a:gd name="T38" fmla="*/ 128 w 236"/>
                  <a:gd name="T39" fmla="*/ 208 h 236"/>
                  <a:gd name="T40" fmla="*/ 125 w 236"/>
                  <a:gd name="T41" fmla="*/ 186 h 236"/>
                  <a:gd name="T42" fmla="*/ 105 w 236"/>
                  <a:gd name="T43" fmla="*/ 186 h 236"/>
                  <a:gd name="T44" fmla="*/ 98 w 236"/>
                  <a:gd name="T45" fmla="*/ 207 h 236"/>
                  <a:gd name="T46" fmla="*/ 102 w 236"/>
                  <a:gd name="T47" fmla="*/ 211 h 236"/>
                  <a:gd name="T48" fmla="*/ 34 w 236"/>
                  <a:gd name="T49" fmla="*/ 161 h 236"/>
                  <a:gd name="T50" fmla="*/ 44 w 236"/>
                  <a:gd name="T51" fmla="*/ 157 h 236"/>
                  <a:gd name="T52" fmla="*/ 44 w 236"/>
                  <a:gd name="T53" fmla="*/ 157 h 236"/>
                  <a:gd name="T54" fmla="*/ 81 w 236"/>
                  <a:gd name="T55" fmla="*/ 142 h 236"/>
                  <a:gd name="T56" fmla="*/ 81 w 236"/>
                  <a:gd name="T57" fmla="*/ 118 h 236"/>
                  <a:gd name="T58" fmla="*/ 55 w 236"/>
                  <a:gd name="T59" fmla="*/ 94 h 236"/>
                  <a:gd name="T60" fmla="*/ 28 w 236"/>
                  <a:gd name="T61" fmla="*/ 90 h 236"/>
                  <a:gd name="T62" fmla="*/ 84 w 236"/>
                  <a:gd name="T63" fmla="*/ 30 h 236"/>
                  <a:gd name="T64" fmla="*/ 84 w 236"/>
                  <a:gd name="T65" fmla="*/ 31 h 236"/>
                  <a:gd name="T66" fmla="*/ 102 w 236"/>
                  <a:gd name="T67" fmla="*/ 56 h 236"/>
                  <a:gd name="T68" fmla="*/ 120 w 236"/>
                  <a:gd name="T69" fmla="*/ 79 h 236"/>
                  <a:gd name="T70" fmla="*/ 131 w 236"/>
                  <a:gd name="T71" fmla="*/ 97 h 236"/>
                  <a:gd name="T72" fmla="*/ 146 w 236"/>
                  <a:gd name="T73" fmla="*/ 88 h 236"/>
                  <a:gd name="T74" fmla="*/ 177 w 236"/>
                  <a:gd name="T75" fmla="*/ 66 h 236"/>
                  <a:gd name="T76" fmla="*/ 190 w 236"/>
                  <a:gd name="T77" fmla="*/ 57 h 236"/>
                  <a:gd name="T78" fmla="*/ 212 w 236"/>
                  <a:gd name="T79" fmla="*/ 118 h 236"/>
                  <a:gd name="T80" fmla="*/ 126 w 236"/>
                  <a:gd name="T81" fmla="*/ 21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6" h="236">
                    <a:moveTo>
                      <a:pt x="182" y="109"/>
                    </a:moveTo>
                    <a:cubicBezTo>
                      <a:pt x="172" y="107"/>
                      <a:pt x="161" y="105"/>
                      <a:pt x="157" y="103"/>
                    </a:cubicBezTo>
                    <a:cubicBezTo>
                      <a:pt x="153" y="102"/>
                      <a:pt x="143" y="101"/>
                      <a:pt x="134" y="102"/>
                    </a:cubicBezTo>
                    <a:cubicBezTo>
                      <a:pt x="125" y="103"/>
                      <a:pt x="119" y="109"/>
                      <a:pt x="120" y="114"/>
                    </a:cubicBezTo>
                    <a:cubicBezTo>
                      <a:pt x="121" y="119"/>
                      <a:pt x="120" y="126"/>
                      <a:pt x="118" y="129"/>
                    </a:cubicBezTo>
                    <a:cubicBezTo>
                      <a:pt x="117" y="132"/>
                      <a:pt x="118" y="138"/>
                      <a:pt x="122" y="141"/>
                    </a:cubicBezTo>
                    <a:cubicBezTo>
                      <a:pt x="127" y="144"/>
                      <a:pt x="132" y="151"/>
                      <a:pt x="135" y="156"/>
                    </a:cubicBezTo>
                    <a:cubicBezTo>
                      <a:pt x="138" y="162"/>
                      <a:pt x="140" y="175"/>
                      <a:pt x="139" y="185"/>
                    </a:cubicBezTo>
                    <a:cubicBezTo>
                      <a:pt x="139" y="195"/>
                      <a:pt x="145" y="201"/>
                      <a:pt x="152" y="198"/>
                    </a:cubicBezTo>
                    <a:cubicBezTo>
                      <a:pt x="160" y="195"/>
                      <a:pt x="167" y="187"/>
                      <a:pt x="169" y="180"/>
                    </a:cubicBezTo>
                    <a:cubicBezTo>
                      <a:pt x="171" y="174"/>
                      <a:pt x="179" y="160"/>
                      <a:pt x="187" y="150"/>
                    </a:cubicBezTo>
                    <a:cubicBezTo>
                      <a:pt x="195" y="140"/>
                      <a:pt x="201" y="127"/>
                      <a:pt x="200" y="122"/>
                    </a:cubicBezTo>
                    <a:cubicBezTo>
                      <a:pt x="200" y="116"/>
                      <a:pt x="191" y="111"/>
                      <a:pt x="182" y="109"/>
                    </a:cubicBez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26" y="212"/>
                    </a:moveTo>
                    <a:cubicBezTo>
                      <a:pt x="127" y="211"/>
                      <a:pt x="128" y="209"/>
                      <a:pt x="128" y="208"/>
                    </a:cubicBezTo>
                    <a:cubicBezTo>
                      <a:pt x="130" y="201"/>
                      <a:pt x="128" y="191"/>
                      <a:pt x="125" y="186"/>
                    </a:cubicBezTo>
                    <a:cubicBezTo>
                      <a:pt x="121" y="181"/>
                      <a:pt x="112" y="181"/>
                      <a:pt x="105" y="186"/>
                    </a:cubicBezTo>
                    <a:cubicBezTo>
                      <a:pt x="97" y="191"/>
                      <a:pt x="94" y="200"/>
                      <a:pt x="98" y="207"/>
                    </a:cubicBezTo>
                    <a:cubicBezTo>
                      <a:pt x="99" y="208"/>
                      <a:pt x="100" y="210"/>
                      <a:pt x="102" y="211"/>
                    </a:cubicBezTo>
                    <a:cubicBezTo>
                      <a:pt x="72" y="206"/>
                      <a:pt x="47" y="187"/>
                      <a:pt x="34" y="161"/>
                    </a:cubicBezTo>
                    <a:cubicBezTo>
                      <a:pt x="37" y="161"/>
                      <a:pt x="40" y="159"/>
                      <a:pt x="44" y="157"/>
                    </a:cubicBezTo>
                    <a:cubicBezTo>
                      <a:pt x="44" y="157"/>
                      <a:pt x="44" y="157"/>
                      <a:pt x="44" y="157"/>
                    </a:cubicBezTo>
                    <a:cubicBezTo>
                      <a:pt x="57" y="148"/>
                      <a:pt x="74" y="141"/>
                      <a:pt x="81" y="142"/>
                    </a:cubicBezTo>
                    <a:cubicBezTo>
                      <a:pt x="89" y="142"/>
                      <a:pt x="89" y="131"/>
                      <a:pt x="81" y="118"/>
                    </a:cubicBezTo>
                    <a:cubicBezTo>
                      <a:pt x="74" y="105"/>
                      <a:pt x="62" y="94"/>
                      <a:pt x="55" y="94"/>
                    </a:cubicBezTo>
                    <a:cubicBezTo>
                      <a:pt x="48" y="94"/>
                      <a:pt x="36" y="92"/>
                      <a:pt x="28" y="90"/>
                    </a:cubicBezTo>
                    <a:cubicBezTo>
                      <a:pt x="37" y="62"/>
                      <a:pt x="58" y="41"/>
                      <a:pt x="84" y="30"/>
                    </a:cubicBezTo>
                    <a:cubicBezTo>
                      <a:pt x="84" y="31"/>
                      <a:pt x="84" y="31"/>
                      <a:pt x="84" y="31"/>
                    </a:cubicBezTo>
                    <a:cubicBezTo>
                      <a:pt x="86" y="39"/>
                      <a:pt x="95" y="50"/>
                      <a:pt x="102" y="56"/>
                    </a:cubicBezTo>
                    <a:cubicBezTo>
                      <a:pt x="110" y="62"/>
                      <a:pt x="118" y="72"/>
                      <a:pt x="120" y="79"/>
                    </a:cubicBezTo>
                    <a:cubicBezTo>
                      <a:pt x="122" y="85"/>
                      <a:pt x="127" y="93"/>
                      <a:pt x="131" y="97"/>
                    </a:cubicBezTo>
                    <a:cubicBezTo>
                      <a:pt x="136" y="100"/>
                      <a:pt x="142" y="96"/>
                      <a:pt x="146" y="88"/>
                    </a:cubicBezTo>
                    <a:cubicBezTo>
                      <a:pt x="150" y="80"/>
                      <a:pt x="164" y="70"/>
                      <a:pt x="177" y="66"/>
                    </a:cubicBezTo>
                    <a:cubicBezTo>
                      <a:pt x="183" y="64"/>
                      <a:pt x="187" y="61"/>
                      <a:pt x="190" y="57"/>
                    </a:cubicBezTo>
                    <a:cubicBezTo>
                      <a:pt x="204" y="74"/>
                      <a:pt x="212" y="95"/>
                      <a:pt x="212" y="118"/>
                    </a:cubicBezTo>
                    <a:cubicBezTo>
                      <a:pt x="212" y="168"/>
                      <a:pt x="174" y="208"/>
                      <a:pt x="126" y="212"/>
                    </a:cubicBezTo>
                    <a:close/>
                  </a:path>
                </a:pathLst>
              </a:custGeom>
              <a:solidFill>
                <a:schemeClr val="accent1"/>
              </a:solidFill>
              <a:ln>
                <a:noFill/>
              </a:ln>
            </p:spPr>
            <p:txBody>
              <a:bodyPr wrap="square" lIns="91440" tIns="45720" rIns="91440" bIns="45720" anchor="ctr">
                <a:normAutofit/>
              </a:bodyPr>
              <a:lstStyle/>
              <a:p>
                <a:pPr algn="ctr"/>
                <a:endParaRPr sz="2000" b="1">
                  <a:cs typeface="+mn-ea"/>
                  <a:sym typeface="+mn-lt"/>
                </a:endParaRPr>
              </a:p>
            </p:txBody>
          </p:sp>
        </p:grpSp>
        <p:sp>
          <p:nvSpPr>
            <p:cNvPr id="29" name="criminal-in-jail-silhouette_40188"/>
            <p:cNvSpPr>
              <a:spLocks noChangeAspect="1"/>
            </p:cNvSpPr>
            <p:nvPr/>
          </p:nvSpPr>
          <p:spPr bwMode="auto">
            <a:xfrm>
              <a:off x="6974634" y="4262920"/>
              <a:ext cx="423400" cy="440836"/>
            </a:xfrm>
            <a:custGeom>
              <a:avLst/>
              <a:gdLst>
                <a:gd name="T0" fmla="*/ 1358 w 1358"/>
                <a:gd name="T1" fmla="*/ 0 h 1416"/>
                <a:gd name="T2" fmla="*/ 0 w 1358"/>
                <a:gd name="T3" fmla="*/ 133 h 1416"/>
                <a:gd name="T4" fmla="*/ 31 w 1358"/>
                <a:gd name="T5" fmla="*/ 1282 h 1416"/>
                <a:gd name="T6" fmla="*/ 0 w 1358"/>
                <a:gd name="T7" fmla="*/ 1416 h 1416"/>
                <a:gd name="T8" fmla="*/ 1358 w 1358"/>
                <a:gd name="T9" fmla="*/ 1282 h 1416"/>
                <a:gd name="T10" fmla="*/ 1331 w 1358"/>
                <a:gd name="T11" fmla="*/ 133 h 1416"/>
                <a:gd name="T12" fmla="*/ 98 w 1358"/>
                <a:gd name="T13" fmla="*/ 1282 h 1416"/>
                <a:gd name="T14" fmla="*/ 278 w 1358"/>
                <a:gd name="T15" fmla="*/ 133 h 1416"/>
                <a:gd name="T16" fmla="*/ 215 w 1358"/>
                <a:gd name="T17" fmla="*/ 925 h 1416"/>
                <a:gd name="T18" fmla="*/ 278 w 1358"/>
                <a:gd name="T19" fmla="*/ 1052 h 1416"/>
                <a:gd name="T20" fmla="*/ 98 w 1358"/>
                <a:gd name="T21" fmla="*/ 1282 h 1416"/>
                <a:gd name="T22" fmla="*/ 555 w 1358"/>
                <a:gd name="T23" fmla="*/ 939 h 1416"/>
                <a:gd name="T24" fmla="*/ 484 w 1358"/>
                <a:gd name="T25" fmla="*/ 970 h 1416"/>
                <a:gd name="T26" fmla="*/ 413 w 1358"/>
                <a:gd name="T27" fmla="*/ 982 h 1416"/>
                <a:gd name="T28" fmla="*/ 442 w 1358"/>
                <a:gd name="T29" fmla="*/ 1308 h 1416"/>
                <a:gd name="T30" fmla="*/ 441 w 1358"/>
                <a:gd name="T31" fmla="*/ 1298 h 1416"/>
                <a:gd name="T32" fmla="*/ 344 w 1358"/>
                <a:gd name="T33" fmla="*/ 1282 h 1416"/>
                <a:gd name="T34" fmla="*/ 481 w 1358"/>
                <a:gd name="T35" fmla="*/ 945 h 1416"/>
                <a:gd name="T36" fmla="*/ 481 w 1358"/>
                <a:gd name="T37" fmla="*/ 797 h 1416"/>
                <a:gd name="T38" fmla="*/ 361 w 1358"/>
                <a:gd name="T39" fmla="*/ 799 h 1416"/>
                <a:gd name="T40" fmla="*/ 580 w 1358"/>
                <a:gd name="T41" fmla="*/ 876 h 1416"/>
                <a:gd name="T42" fmla="*/ 593 w 1358"/>
                <a:gd name="T43" fmla="*/ 634 h 1416"/>
                <a:gd name="T44" fmla="*/ 591 w 1358"/>
                <a:gd name="T45" fmla="*/ 624 h 1416"/>
                <a:gd name="T46" fmla="*/ 524 w 1358"/>
                <a:gd name="T47" fmla="*/ 646 h 1416"/>
                <a:gd name="T48" fmla="*/ 501 w 1358"/>
                <a:gd name="T49" fmla="*/ 655 h 1416"/>
                <a:gd name="T50" fmla="*/ 452 w 1358"/>
                <a:gd name="T51" fmla="*/ 687 h 1416"/>
                <a:gd name="T52" fmla="*/ 344 w 1358"/>
                <a:gd name="T53" fmla="*/ 133 h 1416"/>
                <a:gd name="T54" fmla="*/ 524 w 1358"/>
                <a:gd name="T55" fmla="*/ 291 h 1416"/>
                <a:gd name="T56" fmla="*/ 662 w 1358"/>
                <a:gd name="T57" fmla="*/ 617 h 1416"/>
                <a:gd name="T58" fmla="*/ 591 w 1358"/>
                <a:gd name="T59" fmla="*/ 244 h 1416"/>
                <a:gd name="T60" fmla="*/ 771 w 1358"/>
                <a:gd name="T61" fmla="*/ 133 h 1416"/>
                <a:gd name="T62" fmla="*/ 668 w 1358"/>
                <a:gd name="T63" fmla="*/ 228 h 1416"/>
                <a:gd name="T64" fmla="*/ 862 w 1358"/>
                <a:gd name="T65" fmla="*/ 423 h 1416"/>
                <a:gd name="T66" fmla="*/ 838 w 1358"/>
                <a:gd name="T67" fmla="*/ 133 h 1416"/>
                <a:gd name="T68" fmla="*/ 1018 w 1358"/>
                <a:gd name="T69" fmla="*/ 797 h 1416"/>
                <a:gd name="T70" fmla="*/ 882 w 1358"/>
                <a:gd name="T71" fmla="*/ 675 h 1416"/>
                <a:gd name="T72" fmla="*/ 881 w 1358"/>
                <a:gd name="T73" fmla="*/ 674 h 1416"/>
                <a:gd name="T74" fmla="*/ 838 w 1358"/>
                <a:gd name="T75" fmla="*/ 537 h 1416"/>
                <a:gd name="T76" fmla="*/ 771 w 1358"/>
                <a:gd name="T77" fmla="*/ 639 h 1416"/>
                <a:gd name="T78" fmla="*/ 681 w 1358"/>
                <a:gd name="T79" fmla="*/ 617 h 1416"/>
                <a:gd name="T80" fmla="*/ 948 w 1358"/>
                <a:gd name="T81" fmla="*/ 1282 h 1416"/>
                <a:gd name="T82" fmla="*/ 958 w 1358"/>
                <a:gd name="T83" fmla="*/ 1026 h 1416"/>
                <a:gd name="T84" fmla="*/ 834 w 1358"/>
                <a:gd name="T85" fmla="*/ 970 h 1416"/>
                <a:gd name="T86" fmla="*/ 737 w 1358"/>
                <a:gd name="T87" fmla="*/ 876 h 1416"/>
                <a:gd name="T88" fmla="*/ 984 w 1358"/>
                <a:gd name="T89" fmla="*/ 811 h 1416"/>
                <a:gd name="T90" fmla="*/ 827 w 1358"/>
                <a:gd name="T91" fmla="*/ 797 h 1416"/>
                <a:gd name="T92" fmla="*/ 827 w 1358"/>
                <a:gd name="T93" fmla="*/ 945 h 1416"/>
                <a:gd name="T94" fmla="*/ 1018 w 1358"/>
                <a:gd name="T95" fmla="*/ 1049 h 1416"/>
                <a:gd name="T96" fmla="*/ 948 w 1358"/>
                <a:gd name="T97" fmla="*/ 1282 h 1416"/>
                <a:gd name="T98" fmla="*/ 1264 w 1358"/>
                <a:gd name="T99" fmla="*/ 1282 h 1416"/>
                <a:gd name="T100" fmla="*/ 1084 w 1358"/>
                <a:gd name="T101" fmla="*/ 1037 h 1416"/>
                <a:gd name="T102" fmla="*/ 1092 w 1358"/>
                <a:gd name="T103" fmla="*/ 925 h 1416"/>
                <a:gd name="T104" fmla="*/ 1084 w 1358"/>
                <a:gd name="T105" fmla="*/ 133 h 1416"/>
                <a:gd name="T106" fmla="*/ 1264 w 1358"/>
                <a:gd name="T107" fmla="*/ 1282 h 1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8" h="1416">
                  <a:moveTo>
                    <a:pt x="1358" y="133"/>
                  </a:moveTo>
                  <a:lnTo>
                    <a:pt x="1358" y="0"/>
                  </a:lnTo>
                  <a:lnTo>
                    <a:pt x="0" y="0"/>
                  </a:lnTo>
                  <a:lnTo>
                    <a:pt x="0" y="133"/>
                  </a:lnTo>
                  <a:lnTo>
                    <a:pt x="31" y="133"/>
                  </a:lnTo>
                  <a:lnTo>
                    <a:pt x="31" y="1282"/>
                  </a:lnTo>
                  <a:lnTo>
                    <a:pt x="0" y="1282"/>
                  </a:lnTo>
                  <a:lnTo>
                    <a:pt x="0" y="1416"/>
                  </a:lnTo>
                  <a:lnTo>
                    <a:pt x="1358" y="1416"/>
                  </a:lnTo>
                  <a:lnTo>
                    <a:pt x="1358" y="1282"/>
                  </a:lnTo>
                  <a:lnTo>
                    <a:pt x="1331" y="1282"/>
                  </a:lnTo>
                  <a:lnTo>
                    <a:pt x="1331" y="133"/>
                  </a:lnTo>
                  <a:lnTo>
                    <a:pt x="1358" y="133"/>
                  </a:lnTo>
                  <a:close/>
                  <a:moveTo>
                    <a:pt x="98" y="1282"/>
                  </a:moveTo>
                  <a:lnTo>
                    <a:pt x="98" y="133"/>
                  </a:lnTo>
                  <a:lnTo>
                    <a:pt x="278" y="133"/>
                  </a:lnTo>
                  <a:lnTo>
                    <a:pt x="278" y="863"/>
                  </a:lnTo>
                  <a:cubicBezTo>
                    <a:pt x="255" y="881"/>
                    <a:pt x="234" y="902"/>
                    <a:pt x="215" y="925"/>
                  </a:cubicBezTo>
                  <a:cubicBezTo>
                    <a:pt x="189" y="956"/>
                    <a:pt x="184" y="1000"/>
                    <a:pt x="215" y="1030"/>
                  </a:cubicBezTo>
                  <a:cubicBezTo>
                    <a:pt x="230" y="1046"/>
                    <a:pt x="255" y="1054"/>
                    <a:pt x="278" y="1052"/>
                  </a:cubicBezTo>
                  <a:lnTo>
                    <a:pt x="278" y="1282"/>
                  </a:lnTo>
                  <a:lnTo>
                    <a:pt x="98" y="1282"/>
                  </a:lnTo>
                  <a:lnTo>
                    <a:pt x="98" y="1282"/>
                  </a:lnTo>
                  <a:close/>
                  <a:moveTo>
                    <a:pt x="555" y="939"/>
                  </a:moveTo>
                  <a:cubicBezTo>
                    <a:pt x="538" y="959"/>
                    <a:pt x="515" y="970"/>
                    <a:pt x="492" y="970"/>
                  </a:cubicBezTo>
                  <a:cubicBezTo>
                    <a:pt x="489" y="970"/>
                    <a:pt x="486" y="970"/>
                    <a:pt x="484" y="970"/>
                  </a:cubicBezTo>
                  <a:cubicBezTo>
                    <a:pt x="478" y="969"/>
                    <a:pt x="473" y="969"/>
                    <a:pt x="468" y="969"/>
                  </a:cubicBezTo>
                  <a:cubicBezTo>
                    <a:pt x="448" y="969"/>
                    <a:pt x="430" y="974"/>
                    <a:pt x="413" y="982"/>
                  </a:cubicBezTo>
                  <a:cubicBezTo>
                    <a:pt x="427" y="1107"/>
                    <a:pt x="442" y="1277"/>
                    <a:pt x="442" y="1277"/>
                  </a:cubicBezTo>
                  <a:cubicBezTo>
                    <a:pt x="442" y="1279"/>
                    <a:pt x="442" y="1296"/>
                    <a:pt x="442" y="1308"/>
                  </a:cubicBezTo>
                  <a:lnTo>
                    <a:pt x="441" y="1308"/>
                  </a:lnTo>
                  <a:cubicBezTo>
                    <a:pt x="441" y="1305"/>
                    <a:pt x="441" y="1302"/>
                    <a:pt x="441" y="1298"/>
                  </a:cubicBezTo>
                  <a:cubicBezTo>
                    <a:pt x="441" y="1298"/>
                    <a:pt x="440" y="1292"/>
                    <a:pt x="439" y="1282"/>
                  </a:cubicBezTo>
                  <a:lnTo>
                    <a:pt x="344" y="1282"/>
                  </a:lnTo>
                  <a:lnTo>
                    <a:pt x="344" y="1003"/>
                  </a:lnTo>
                  <a:cubicBezTo>
                    <a:pt x="381" y="964"/>
                    <a:pt x="423" y="939"/>
                    <a:pt x="481" y="945"/>
                  </a:cubicBezTo>
                  <a:cubicBezTo>
                    <a:pt x="521" y="950"/>
                    <a:pt x="555" y="908"/>
                    <a:pt x="555" y="871"/>
                  </a:cubicBezTo>
                  <a:cubicBezTo>
                    <a:pt x="555" y="827"/>
                    <a:pt x="521" y="801"/>
                    <a:pt x="481" y="797"/>
                  </a:cubicBezTo>
                  <a:cubicBezTo>
                    <a:pt x="439" y="792"/>
                    <a:pt x="400" y="798"/>
                    <a:pt x="363" y="812"/>
                  </a:cubicBezTo>
                  <a:cubicBezTo>
                    <a:pt x="363" y="808"/>
                    <a:pt x="363" y="803"/>
                    <a:pt x="361" y="799"/>
                  </a:cubicBezTo>
                  <a:cubicBezTo>
                    <a:pt x="403" y="783"/>
                    <a:pt x="446" y="777"/>
                    <a:pt x="488" y="781"/>
                  </a:cubicBezTo>
                  <a:cubicBezTo>
                    <a:pt x="543" y="788"/>
                    <a:pt x="580" y="826"/>
                    <a:pt x="580" y="876"/>
                  </a:cubicBezTo>
                  <a:cubicBezTo>
                    <a:pt x="580" y="898"/>
                    <a:pt x="571" y="921"/>
                    <a:pt x="555" y="939"/>
                  </a:cubicBezTo>
                  <a:close/>
                  <a:moveTo>
                    <a:pt x="593" y="634"/>
                  </a:moveTo>
                  <a:cubicBezTo>
                    <a:pt x="593" y="634"/>
                    <a:pt x="592" y="634"/>
                    <a:pt x="591" y="634"/>
                  </a:cubicBezTo>
                  <a:lnTo>
                    <a:pt x="591" y="624"/>
                  </a:lnTo>
                  <a:cubicBezTo>
                    <a:pt x="566" y="613"/>
                    <a:pt x="543" y="597"/>
                    <a:pt x="524" y="577"/>
                  </a:cubicBezTo>
                  <a:lnTo>
                    <a:pt x="524" y="646"/>
                  </a:lnTo>
                  <a:cubicBezTo>
                    <a:pt x="516" y="649"/>
                    <a:pt x="509" y="652"/>
                    <a:pt x="501" y="655"/>
                  </a:cubicBezTo>
                  <a:lnTo>
                    <a:pt x="501" y="655"/>
                  </a:lnTo>
                  <a:cubicBezTo>
                    <a:pt x="494" y="656"/>
                    <a:pt x="482" y="664"/>
                    <a:pt x="468" y="674"/>
                  </a:cubicBezTo>
                  <a:cubicBezTo>
                    <a:pt x="462" y="678"/>
                    <a:pt x="457" y="683"/>
                    <a:pt x="452" y="687"/>
                  </a:cubicBezTo>
                  <a:cubicBezTo>
                    <a:pt x="416" y="717"/>
                    <a:pt x="372" y="761"/>
                    <a:pt x="344" y="790"/>
                  </a:cubicBezTo>
                  <a:lnTo>
                    <a:pt x="344" y="133"/>
                  </a:lnTo>
                  <a:lnTo>
                    <a:pt x="524" y="133"/>
                  </a:lnTo>
                  <a:lnTo>
                    <a:pt x="524" y="291"/>
                  </a:lnTo>
                  <a:cubicBezTo>
                    <a:pt x="492" y="326"/>
                    <a:pt x="473" y="372"/>
                    <a:pt x="473" y="423"/>
                  </a:cubicBezTo>
                  <a:cubicBezTo>
                    <a:pt x="473" y="528"/>
                    <a:pt x="557" y="614"/>
                    <a:pt x="662" y="617"/>
                  </a:cubicBezTo>
                  <a:cubicBezTo>
                    <a:pt x="637" y="619"/>
                    <a:pt x="614" y="625"/>
                    <a:pt x="593" y="634"/>
                  </a:cubicBezTo>
                  <a:close/>
                  <a:moveTo>
                    <a:pt x="591" y="244"/>
                  </a:moveTo>
                  <a:lnTo>
                    <a:pt x="591" y="133"/>
                  </a:lnTo>
                  <a:lnTo>
                    <a:pt x="771" y="133"/>
                  </a:lnTo>
                  <a:lnTo>
                    <a:pt x="771" y="258"/>
                  </a:lnTo>
                  <a:cubicBezTo>
                    <a:pt x="741" y="239"/>
                    <a:pt x="706" y="228"/>
                    <a:pt x="668" y="228"/>
                  </a:cubicBezTo>
                  <a:cubicBezTo>
                    <a:pt x="640" y="228"/>
                    <a:pt x="615" y="233"/>
                    <a:pt x="591" y="244"/>
                  </a:cubicBezTo>
                  <a:close/>
                  <a:moveTo>
                    <a:pt x="862" y="423"/>
                  </a:moveTo>
                  <a:cubicBezTo>
                    <a:pt x="862" y="388"/>
                    <a:pt x="853" y="356"/>
                    <a:pt x="838" y="328"/>
                  </a:cubicBezTo>
                  <a:lnTo>
                    <a:pt x="838" y="133"/>
                  </a:lnTo>
                  <a:lnTo>
                    <a:pt x="1018" y="133"/>
                  </a:lnTo>
                  <a:lnTo>
                    <a:pt x="1018" y="797"/>
                  </a:lnTo>
                  <a:lnTo>
                    <a:pt x="940" y="728"/>
                  </a:lnTo>
                  <a:cubicBezTo>
                    <a:pt x="925" y="706"/>
                    <a:pt x="906" y="689"/>
                    <a:pt x="882" y="675"/>
                  </a:cubicBezTo>
                  <a:lnTo>
                    <a:pt x="881" y="674"/>
                  </a:lnTo>
                  <a:lnTo>
                    <a:pt x="881" y="674"/>
                  </a:lnTo>
                  <a:cubicBezTo>
                    <a:pt x="868" y="667"/>
                    <a:pt x="853" y="660"/>
                    <a:pt x="838" y="654"/>
                  </a:cubicBezTo>
                  <a:lnTo>
                    <a:pt x="838" y="537"/>
                  </a:lnTo>
                  <a:cubicBezTo>
                    <a:pt x="822" y="566"/>
                    <a:pt x="799" y="591"/>
                    <a:pt x="771" y="608"/>
                  </a:cubicBezTo>
                  <a:lnTo>
                    <a:pt x="771" y="639"/>
                  </a:lnTo>
                  <a:cubicBezTo>
                    <a:pt x="769" y="639"/>
                    <a:pt x="767" y="639"/>
                    <a:pt x="765" y="639"/>
                  </a:cubicBezTo>
                  <a:cubicBezTo>
                    <a:pt x="740" y="626"/>
                    <a:pt x="711" y="618"/>
                    <a:pt x="681" y="617"/>
                  </a:cubicBezTo>
                  <a:cubicBezTo>
                    <a:pt x="782" y="610"/>
                    <a:pt x="862" y="526"/>
                    <a:pt x="862" y="423"/>
                  </a:cubicBezTo>
                  <a:close/>
                  <a:moveTo>
                    <a:pt x="948" y="1282"/>
                  </a:moveTo>
                  <a:cubicBezTo>
                    <a:pt x="948" y="1279"/>
                    <a:pt x="948" y="1277"/>
                    <a:pt x="948" y="1277"/>
                  </a:cubicBezTo>
                  <a:cubicBezTo>
                    <a:pt x="948" y="1277"/>
                    <a:pt x="951" y="1143"/>
                    <a:pt x="958" y="1026"/>
                  </a:cubicBezTo>
                  <a:cubicBezTo>
                    <a:pt x="926" y="991"/>
                    <a:pt x="893" y="969"/>
                    <a:pt x="850" y="969"/>
                  </a:cubicBezTo>
                  <a:cubicBezTo>
                    <a:pt x="844" y="969"/>
                    <a:pt x="839" y="969"/>
                    <a:pt x="834" y="970"/>
                  </a:cubicBezTo>
                  <a:cubicBezTo>
                    <a:pt x="831" y="970"/>
                    <a:pt x="828" y="970"/>
                    <a:pt x="825" y="970"/>
                  </a:cubicBezTo>
                  <a:cubicBezTo>
                    <a:pt x="775" y="970"/>
                    <a:pt x="737" y="920"/>
                    <a:pt x="737" y="876"/>
                  </a:cubicBezTo>
                  <a:cubicBezTo>
                    <a:pt x="737" y="826"/>
                    <a:pt x="774" y="788"/>
                    <a:pt x="829" y="781"/>
                  </a:cubicBezTo>
                  <a:cubicBezTo>
                    <a:pt x="881" y="775"/>
                    <a:pt x="934" y="786"/>
                    <a:pt x="984" y="811"/>
                  </a:cubicBezTo>
                  <a:lnTo>
                    <a:pt x="984" y="831"/>
                  </a:lnTo>
                  <a:cubicBezTo>
                    <a:pt x="937" y="805"/>
                    <a:pt x="884" y="790"/>
                    <a:pt x="827" y="797"/>
                  </a:cubicBezTo>
                  <a:cubicBezTo>
                    <a:pt x="786" y="801"/>
                    <a:pt x="752" y="827"/>
                    <a:pt x="752" y="871"/>
                  </a:cubicBezTo>
                  <a:cubicBezTo>
                    <a:pt x="752" y="908"/>
                    <a:pt x="786" y="950"/>
                    <a:pt x="827" y="945"/>
                  </a:cubicBezTo>
                  <a:cubicBezTo>
                    <a:pt x="898" y="937"/>
                    <a:pt x="944" y="978"/>
                    <a:pt x="987" y="1030"/>
                  </a:cubicBezTo>
                  <a:cubicBezTo>
                    <a:pt x="995" y="1040"/>
                    <a:pt x="1006" y="1046"/>
                    <a:pt x="1018" y="1049"/>
                  </a:cubicBezTo>
                  <a:lnTo>
                    <a:pt x="1018" y="1282"/>
                  </a:lnTo>
                  <a:lnTo>
                    <a:pt x="948" y="1282"/>
                  </a:lnTo>
                  <a:lnTo>
                    <a:pt x="948" y="1282"/>
                  </a:lnTo>
                  <a:close/>
                  <a:moveTo>
                    <a:pt x="1264" y="1282"/>
                  </a:moveTo>
                  <a:lnTo>
                    <a:pt x="1084" y="1282"/>
                  </a:lnTo>
                  <a:lnTo>
                    <a:pt x="1084" y="1037"/>
                  </a:lnTo>
                  <a:cubicBezTo>
                    <a:pt x="1087" y="1035"/>
                    <a:pt x="1090" y="1033"/>
                    <a:pt x="1092" y="1030"/>
                  </a:cubicBezTo>
                  <a:cubicBezTo>
                    <a:pt x="1123" y="1000"/>
                    <a:pt x="1118" y="956"/>
                    <a:pt x="1092" y="925"/>
                  </a:cubicBezTo>
                  <a:cubicBezTo>
                    <a:pt x="1090" y="922"/>
                    <a:pt x="1087" y="919"/>
                    <a:pt x="1084" y="916"/>
                  </a:cubicBezTo>
                  <a:lnTo>
                    <a:pt x="1084" y="133"/>
                  </a:lnTo>
                  <a:lnTo>
                    <a:pt x="1264" y="133"/>
                  </a:lnTo>
                  <a:lnTo>
                    <a:pt x="1264" y="1282"/>
                  </a:lnTo>
                  <a:close/>
                </a:path>
              </a:pathLst>
            </a:custGeom>
            <a:solidFill>
              <a:srgbClr val="7F7F7F"/>
            </a:solidFill>
            <a:ln>
              <a:noFill/>
            </a:ln>
          </p:spPr>
          <p:txBody>
            <a:bodyPr/>
            <a:lstStyle/>
            <a:p>
              <a:endParaRPr lang="zh-CN" altLang="en-US">
                <a:cs typeface="+mn-ea"/>
                <a:sym typeface="+mn-lt"/>
              </a:endParaRPr>
            </a:p>
          </p:txBody>
        </p:sp>
        <p:sp>
          <p:nvSpPr>
            <p:cNvPr id="30" name="educative-academy-buildings_43236"/>
            <p:cNvSpPr>
              <a:spLocks noChangeAspect="1"/>
            </p:cNvSpPr>
            <p:nvPr/>
          </p:nvSpPr>
          <p:spPr bwMode="auto">
            <a:xfrm>
              <a:off x="4493623" y="2281372"/>
              <a:ext cx="623498" cy="316515"/>
            </a:xfrm>
            <a:custGeom>
              <a:avLst/>
              <a:gdLst>
                <a:gd name="connsiteX0" fmla="*/ 555486 w 601409"/>
                <a:gd name="connsiteY0" fmla="*/ 246567 h 305302"/>
                <a:gd name="connsiteX1" fmla="*/ 555486 w 601409"/>
                <a:gd name="connsiteY1" fmla="*/ 269488 h 305302"/>
                <a:gd name="connsiteX2" fmla="*/ 578447 w 601409"/>
                <a:gd name="connsiteY2" fmla="*/ 269488 h 305302"/>
                <a:gd name="connsiteX3" fmla="*/ 578447 w 601409"/>
                <a:gd name="connsiteY3" fmla="*/ 246567 h 305302"/>
                <a:gd name="connsiteX4" fmla="*/ 516738 w 601409"/>
                <a:gd name="connsiteY4" fmla="*/ 246567 h 305302"/>
                <a:gd name="connsiteX5" fmla="*/ 516738 w 601409"/>
                <a:gd name="connsiteY5" fmla="*/ 269488 h 305302"/>
                <a:gd name="connsiteX6" fmla="*/ 539699 w 601409"/>
                <a:gd name="connsiteY6" fmla="*/ 269488 h 305302"/>
                <a:gd name="connsiteX7" fmla="*/ 539699 w 601409"/>
                <a:gd name="connsiteY7" fmla="*/ 246567 h 305302"/>
                <a:gd name="connsiteX8" fmla="*/ 477989 w 601409"/>
                <a:gd name="connsiteY8" fmla="*/ 246567 h 305302"/>
                <a:gd name="connsiteX9" fmla="*/ 477989 w 601409"/>
                <a:gd name="connsiteY9" fmla="*/ 269488 h 305302"/>
                <a:gd name="connsiteX10" fmla="*/ 500951 w 601409"/>
                <a:gd name="connsiteY10" fmla="*/ 269488 h 305302"/>
                <a:gd name="connsiteX11" fmla="*/ 500951 w 601409"/>
                <a:gd name="connsiteY11" fmla="*/ 246567 h 305302"/>
                <a:gd name="connsiteX12" fmla="*/ 439241 w 601409"/>
                <a:gd name="connsiteY12" fmla="*/ 246567 h 305302"/>
                <a:gd name="connsiteX13" fmla="*/ 439241 w 601409"/>
                <a:gd name="connsiteY13" fmla="*/ 269488 h 305302"/>
                <a:gd name="connsiteX14" fmla="*/ 462203 w 601409"/>
                <a:gd name="connsiteY14" fmla="*/ 269488 h 305302"/>
                <a:gd name="connsiteX15" fmla="*/ 462203 w 601409"/>
                <a:gd name="connsiteY15" fmla="*/ 246567 h 305302"/>
                <a:gd name="connsiteX16" fmla="*/ 143512 w 601409"/>
                <a:gd name="connsiteY16" fmla="*/ 246567 h 305302"/>
                <a:gd name="connsiteX17" fmla="*/ 143512 w 601409"/>
                <a:gd name="connsiteY17" fmla="*/ 269488 h 305302"/>
                <a:gd name="connsiteX18" fmla="*/ 165038 w 601409"/>
                <a:gd name="connsiteY18" fmla="*/ 269488 h 305302"/>
                <a:gd name="connsiteX19" fmla="*/ 165038 w 601409"/>
                <a:gd name="connsiteY19" fmla="*/ 246567 h 305302"/>
                <a:gd name="connsiteX20" fmla="*/ 103328 w 601409"/>
                <a:gd name="connsiteY20" fmla="*/ 246567 h 305302"/>
                <a:gd name="connsiteX21" fmla="*/ 103328 w 601409"/>
                <a:gd name="connsiteY21" fmla="*/ 269488 h 305302"/>
                <a:gd name="connsiteX22" fmla="*/ 126290 w 601409"/>
                <a:gd name="connsiteY22" fmla="*/ 269488 h 305302"/>
                <a:gd name="connsiteX23" fmla="*/ 126290 w 601409"/>
                <a:gd name="connsiteY23" fmla="*/ 246567 h 305302"/>
                <a:gd name="connsiteX24" fmla="*/ 66015 w 601409"/>
                <a:gd name="connsiteY24" fmla="*/ 246567 h 305302"/>
                <a:gd name="connsiteX25" fmla="*/ 66015 w 601409"/>
                <a:gd name="connsiteY25" fmla="*/ 269488 h 305302"/>
                <a:gd name="connsiteX26" fmla="*/ 88977 w 601409"/>
                <a:gd name="connsiteY26" fmla="*/ 269488 h 305302"/>
                <a:gd name="connsiteX27" fmla="*/ 88977 w 601409"/>
                <a:gd name="connsiteY27" fmla="*/ 246567 h 305302"/>
                <a:gd name="connsiteX28" fmla="*/ 27267 w 601409"/>
                <a:gd name="connsiteY28" fmla="*/ 246567 h 305302"/>
                <a:gd name="connsiteX29" fmla="*/ 27267 w 601409"/>
                <a:gd name="connsiteY29" fmla="*/ 269488 h 305302"/>
                <a:gd name="connsiteX30" fmla="*/ 50229 w 601409"/>
                <a:gd name="connsiteY30" fmla="*/ 269488 h 305302"/>
                <a:gd name="connsiteX31" fmla="*/ 50229 w 601409"/>
                <a:gd name="connsiteY31" fmla="*/ 246567 h 305302"/>
                <a:gd name="connsiteX32" fmla="*/ 351656 w 601409"/>
                <a:gd name="connsiteY32" fmla="*/ 219302 h 305302"/>
                <a:gd name="connsiteX33" fmla="*/ 351656 w 601409"/>
                <a:gd name="connsiteY33" fmla="*/ 245102 h 305302"/>
                <a:gd name="connsiteX34" fmla="*/ 376069 w 601409"/>
                <a:gd name="connsiteY34" fmla="*/ 245102 h 305302"/>
                <a:gd name="connsiteX35" fmla="*/ 376069 w 601409"/>
                <a:gd name="connsiteY35" fmla="*/ 219302 h 305302"/>
                <a:gd name="connsiteX36" fmla="*/ 308573 w 601409"/>
                <a:gd name="connsiteY36" fmla="*/ 219302 h 305302"/>
                <a:gd name="connsiteX37" fmla="*/ 308573 w 601409"/>
                <a:gd name="connsiteY37" fmla="*/ 245102 h 305302"/>
                <a:gd name="connsiteX38" fmla="*/ 332987 w 601409"/>
                <a:gd name="connsiteY38" fmla="*/ 245102 h 305302"/>
                <a:gd name="connsiteX39" fmla="*/ 332987 w 601409"/>
                <a:gd name="connsiteY39" fmla="*/ 219302 h 305302"/>
                <a:gd name="connsiteX40" fmla="*/ 265491 w 601409"/>
                <a:gd name="connsiteY40" fmla="*/ 219302 h 305302"/>
                <a:gd name="connsiteX41" fmla="*/ 265491 w 601409"/>
                <a:gd name="connsiteY41" fmla="*/ 245102 h 305302"/>
                <a:gd name="connsiteX42" fmla="*/ 291340 w 601409"/>
                <a:gd name="connsiteY42" fmla="*/ 245102 h 305302"/>
                <a:gd name="connsiteX43" fmla="*/ 291340 w 601409"/>
                <a:gd name="connsiteY43" fmla="*/ 219302 h 305302"/>
                <a:gd name="connsiteX44" fmla="*/ 222408 w 601409"/>
                <a:gd name="connsiteY44" fmla="*/ 219302 h 305302"/>
                <a:gd name="connsiteX45" fmla="*/ 222408 w 601409"/>
                <a:gd name="connsiteY45" fmla="*/ 245102 h 305302"/>
                <a:gd name="connsiteX46" fmla="*/ 248258 w 601409"/>
                <a:gd name="connsiteY46" fmla="*/ 245102 h 305302"/>
                <a:gd name="connsiteX47" fmla="*/ 248258 w 601409"/>
                <a:gd name="connsiteY47" fmla="*/ 219302 h 305302"/>
                <a:gd name="connsiteX48" fmla="*/ 555486 w 601409"/>
                <a:gd name="connsiteY48" fmla="*/ 212186 h 305302"/>
                <a:gd name="connsiteX49" fmla="*/ 555486 w 601409"/>
                <a:gd name="connsiteY49" fmla="*/ 235107 h 305302"/>
                <a:gd name="connsiteX50" fmla="*/ 578447 w 601409"/>
                <a:gd name="connsiteY50" fmla="*/ 235107 h 305302"/>
                <a:gd name="connsiteX51" fmla="*/ 578447 w 601409"/>
                <a:gd name="connsiteY51" fmla="*/ 212186 h 305302"/>
                <a:gd name="connsiteX52" fmla="*/ 516738 w 601409"/>
                <a:gd name="connsiteY52" fmla="*/ 212186 h 305302"/>
                <a:gd name="connsiteX53" fmla="*/ 516738 w 601409"/>
                <a:gd name="connsiteY53" fmla="*/ 235107 h 305302"/>
                <a:gd name="connsiteX54" fmla="*/ 539699 w 601409"/>
                <a:gd name="connsiteY54" fmla="*/ 235107 h 305302"/>
                <a:gd name="connsiteX55" fmla="*/ 539699 w 601409"/>
                <a:gd name="connsiteY55" fmla="*/ 212186 h 305302"/>
                <a:gd name="connsiteX56" fmla="*/ 477989 w 601409"/>
                <a:gd name="connsiteY56" fmla="*/ 212186 h 305302"/>
                <a:gd name="connsiteX57" fmla="*/ 477989 w 601409"/>
                <a:gd name="connsiteY57" fmla="*/ 235107 h 305302"/>
                <a:gd name="connsiteX58" fmla="*/ 500951 w 601409"/>
                <a:gd name="connsiteY58" fmla="*/ 235107 h 305302"/>
                <a:gd name="connsiteX59" fmla="*/ 500951 w 601409"/>
                <a:gd name="connsiteY59" fmla="*/ 212186 h 305302"/>
                <a:gd name="connsiteX60" fmla="*/ 439241 w 601409"/>
                <a:gd name="connsiteY60" fmla="*/ 212186 h 305302"/>
                <a:gd name="connsiteX61" fmla="*/ 439241 w 601409"/>
                <a:gd name="connsiteY61" fmla="*/ 235107 h 305302"/>
                <a:gd name="connsiteX62" fmla="*/ 462203 w 601409"/>
                <a:gd name="connsiteY62" fmla="*/ 235107 h 305302"/>
                <a:gd name="connsiteX63" fmla="*/ 462203 w 601409"/>
                <a:gd name="connsiteY63" fmla="*/ 212186 h 305302"/>
                <a:gd name="connsiteX64" fmla="*/ 143512 w 601409"/>
                <a:gd name="connsiteY64" fmla="*/ 212186 h 305302"/>
                <a:gd name="connsiteX65" fmla="*/ 143512 w 601409"/>
                <a:gd name="connsiteY65" fmla="*/ 235107 h 305302"/>
                <a:gd name="connsiteX66" fmla="*/ 165038 w 601409"/>
                <a:gd name="connsiteY66" fmla="*/ 235107 h 305302"/>
                <a:gd name="connsiteX67" fmla="*/ 165038 w 601409"/>
                <a:gd name="connsiteY67" fmla="*/ 212186 h 305302"/>
                <a:gd name="connsiteX68" fmla="*/ 103328 w 601409"/>
                <a:gd name="connsiteY68" fmla="*/ 212186 h 305302"/>
                <a:gd name="connsiteX69" fmla="*/ 103328 w 601409"/>
                <a:gd name="connsiteY69" fmla="*/ 235107 h 305302"/>
                <a:gd name="connsiteX70" fmla="*/ 126290 w 601409"/>
                <a:gd name="connsiteY70" fmla="*/ 235107 h 305302"/>
                <a:gd name="connsiteX71" fmla="*/ 126290 w 601409"/>
                <a:gd name="connsiteY71" fmla="*/ 212186 h 305302"/>
                <a:gd name="connsiteX72" fmla="*/ 66015 w 601409"/>
                <a:gd name="connsiteY72" fmla="*/ 212186 h 305302"/>
                <a:gd name="connsiteX73" fmla="*/ 66015 w 601409"/>
                <a:gd name="connsiteY73" fmla="*/ 235107 h 305302"/>
                <a:gd name="connsiteX74" fmla="*/ 88977 w 601409"/>
                <a:gd name="connsiteY74" fmla="*/ 235107 h 305302"/>
                <a:gd name="connsiteX75" fmla="*/ 88977 w 601409"/>
                <a:gd name="connsiteY75" fmla="*/ 212186 h 305302"/>
                <a:gd name="connsiteX76" fmla="*/ 27267 w 601409"/>
                <a:gd name="connsiteY76" fmla="*/ 212186 h 305302"/>
                <a:gd name="connsiteX77" fmla="*/ 27267 w 601409"/>
                <a:gd name="connsiteY77" fmla="*/ 235107 h 305302"/>
                <a:gd name="connsiteX78" fmla="*/ 50229 w 601409"/>
                <a:gd name="connsiteY78" fmla="*/ 235107 h 305302"/>
                <a:gd name="connsiteX79" fmla="*/ 50229 w 601409"/>
                <a:gd name="connsiteY79" fmla="*/ 212186 h 305302"/>
                <a:gd name="connsiteX80" fmla="*/ 555486 w 601409"/>
                <a:gd name="connsiteY80" fmla="*/ 180670 h 305302"/>
                <a:gd name="connsiteX81" fmla="*/ 555486 w 601409"/>
                <a:gd name="connsiteY81" fmla="*/ 203591 h 305302"/>
                <a:gd name="connsiteX82" fmla="*/ 578447 w 601409"/>
                <a:gd name="connsiteY82" fmla="*/ 203591 h 305302"/>
                <a:gd name="connsiteX83" fmla="*/ 578447 w 601409"/>
                <a:gd name="connsiteY83" fmla="*/ 180670 h 305302"/>
                <a:gd name="connsiteX84" fmla="*/ 516738 w 601409"/>
                <a:gd name="connsiteY84" fmla="*/ 180670 h 305302"/>
                <a:gd name="connsiteX85" fmla="*/ 516738 w 601409"/>
                <a:gd name="connsiteY85" fmla="*/ 203591 h 305302"/>
                <a:gd name="connsiteX86" fmla="*/ 539699 w 601409"/>
                <a:gd name="connsiteY86" fmla="*/ 203591 h 305302"/>
                <a:gd name="connsiteX87" fmla="*/ 539699 w 601409"/>
                <a:gd name="connsiteY87" fmla="*/ 180670 h 305302"/>
                <a:gd name="connsiteX88" fmla="*/ 477989 w 601409"/>
                <a:gd name="connsiteY88" fmla="*/ 180670 h 305302"/>
                <a:gd name="connsiteX89" fmla="*/ 477989 w 601409"/>
                <a:gd name="connsiteY89" fmla="*/ 203591 h 305302"/>
                <a:gd name="connsiteX90" fmla="*/ 500951 w 601409"/>
                <a:gd name="connsiteY90" fmla="*/ 203591 h 305302"/>
                <a:gd name="connsiteX91" fmla="*/ 500951 w 601409"/>
                <a:gd name="connsiteY91" fmla="*/ 180670 h 305302"/>
                <a:gd name="connsiteX92" fmla="*/ 439241 w 601409"/>
                <a:gd name="connsiteY92" fmla="*/ 180670 h 305302"/>
                <a:gd name="connsiteX93" fmla="*/ 439241 w 601409"/>
                <a:gd name="connsiteY93" fmla="*/ 203591 h 305302"/>
                <a:gd name="connsiteX94" fmla="*/ 462203 w 601409"/>
                <a:gd name="connsiteY94" fmla="*/ 203591 h 305302"/>
                <a:gd name="connsiteX95" fmla="*/ 462203 w 601409"/>
                <a:gd name="connsiteY95" fmla="*/ 180670 h 305302"/>
                <a:gd name="connsiteX96" fmla="*/ 143512 w 601409"/>
                <a:gd name="connsiteY96" fmla="*/ 180670 h 305302"/>
                <a:gd name="connsiteX97" fmla="*/ 143512 w 601409"/>
                <a:gd name="connsiteY97" fmla="*/ 203591 h 305302"/>
                <a:gd name="connsiteX98" fmla="*/ 165038 w 601409"/>
                <a:gd name="connsiteY98" fmla="*/ 203591 h 305302"/>
                <a:gd name="connsiteX99" fmla="*/ 165038 w 601409"/>
                <a:gd name="connsiteY99" fmla="*/ 180670 h 305302"/>
                <a:gd name="connsiteX100" fmla="*/ 103328 w 601409"/>
                <a:gd name="connsiteY100" fmla="*/ 180670 h 305302"/>
                <a:gd name="connsiteX101" fmla="*/ 103328 w 601409"/>
                <a:gd name="connsiteY101" fmla="*/ 203591 h 305302"/>
                <a:gd name="connsiteX102" fmla="*/ 126290 w 601409"/>
                <a:gd name="connsiteY102" fmla="*/ 203591 h 305302"/>
                <a:gd name="connsiteX103" fmla="*/ 126290 w 601409"/>
                <a:gd name="connsiteY103" fmla="*/ 180670 h 305302"/>
                <a:gd name="connsiteX104" fmla="*/ 66015 w 601409"/>
                <a:gd name="connsiteY104" fmla="*/ 180670 h 305302"/>
                <a:gd name="connsiteX105" fmla="*/ 66015 w 601409"/>
                <a:gd name="connsiteY105" fmla="*/ 203591 h 305302"/>
                <a:gd name="connsiteX106" fmla="*/ 88977 w 601409"/>
                <a:gd name="connsiteY106" fmla="*/ 203591 h 305302"/>
                <a:gd name="connsiteX107" fmla="*/ 88977 w 601409"/>
                <a:gd name="connsiteY107" fmla="*/ 180670 h 305302"/>
                <a:gd name="connsiteX108" fmla="*/ 27267 w 601409"/>
                <a:gd name="connsiteY108" fmla="*/ 180670 h 305302"/>
                <a:gd name="connsiteX109" fmla="*/ 27267 w 601409"/>
                <a:gd name="connsiteY109" fmla="*/ 203591 h 305302"/>
                <a:gd name="connsiteX110" fmla="*/ 50229 w 601409"/>
                <a:gd name="connsiteY110" fmla="*/ 203591 h 305302"/>
                <a:gd name="connsiteX111" fmla="*/ 50229 w 601409"/>
                <a:gd name="connsiteY111" fmla="*/ 180670 h 305302"/>
                <a:gd name="connsiteX112" fmla="*/ 351656 w 601409"/>
                <a:gd name="connsiteY112" fmla="*/ 180601 h 305302"/>
                <a:gd name="connsiteX113" fmla="*/ 351656 w 601409"/>
                <a:gd name="connsiteY113" fmla="*/ 206402 h 305302"/>
                <a:gd name="connsiteX114" fmla="*/ 376069 w 601409"/>
                <a:gd name="connsiteY114" fmla="*/ 206402 h 305302"/>
                <a:gd name="connsiteX115" fmla="*/ 376069 w 601409"/>
                <a:gd name="connsiteY115" fmla="*/ 180601 h 305302"/>
                <a:gd name="connsiteX116" fmla="*/ 308573 w 601409"/>
                <a:gd name="connsiteY116" fmla="*/ 180601 h 305302"/>
                <a:gd name="connsiteX117" fmla="*/ 308573 w 601409"/>
                <a:gd name="connsiteY117" fmla="*/ 206402 h 305302"/>
                <a:gd name="connsiteX118" fmla="*/ 332987 w 601409"/>
                <a:gd name="connsiteY118" fmla="*/ 206402 h 305302"/>
                <a:gd name="connsiteX119" fmla="*/ 332987 w 601409"/>
                <a:gd name="connsiteY119" fmla="*/ 180601 h 305302"/>
                <a:gd name="connsiteX120" fmla="*/ 265491 w 601409"/>
                <a:gd name="connsiteY120" fmla="*/ 180601 h 305302"/>
                <a:gd name="connsiteX121" fmla="*/ 265491 w 601409"/>
                <a:gd name="connsiteY121" fmla="*/ 206402 h 305302"/>
                <a:gd name="connsiteX122" fmla="*/ 291340 w 601409"/>
                <a:gd name="connsiteY122" fmla="*/ 206402 h 305302"/>
                <a:gd name="connsiteX123" fmla="*/ 291340 w 601409"/>
                <a:gd name="connsiteY123" fmla="*/ 180601 h 305302"/>
                <a:gd name="connsiteX124" fmla="*/ 222408 w 601409"/>
                <a:gd name="connsiteY124" fmla="*/ 180601 h 305302"/>
                <a:gd name="connsiteX125" fmla="*/ 222408 w 601409"/>
                <a:gd name="connsiteY125" fmla="*/ 206402 h 305302"/>
                <a:gd name="connsiteX126" fmla="*/ 248258 w 601409"/>
                <a:gd name="connsiteY126" fmla="*/ 206402 h 305302"/>
                <a:gd name="connsiteX127" fmla="*/ 248258 w 601409"/>
                <a:gd name="connsiteY127" fmla="*/ 180601 h 305302"/>
                <a:gd name="connsiteX128" fmla="*/ 555486 w 601409"/>
                <a:gd name="connsiteY128" fmla="*/ 146288 h 305302"/>
                <a:gd name="connsiteX129" fmla="*/ 555486 w 601409"/>
                <a:gd name="connsiteY129" fmla="*/ 169209 h 305302"/>
                <a:gd name="connsiteX130" fmla="*/ 578447 w 601409"/>
                <a:gd name="connsiteY130" fmla="*/ 169209 h 305302"/>
                <a:gd name="connsiteX131" fmla="*/ 578447 w 601409"/>
                <a:gd name="connsiteY131" fmla="*/ 146288 h 305302"/>
                <a:gd name="connsiteX132" fmla="*/ 516738 w 601409"/>
                <a:gd name="connsiteY132" fmla="*/ 146288 h 305302"/>
                <a:gd name="connsiteX133" fmla="*/ 516738 w 601409"/>
                <a:gd name="connsiteY133" fmla="*/ 169209 h 305302"/>
                <a:gd name="connsiteX134" fmla="*/ 539699 w 601409"/>
                <a:gd name="connsiteY134" fmla="*/ 169209 h 305302"/>
                <a:gd name="connsiteX135" fmla="*/ 539699 w 601409"/>
                <a:gd name="connsiteY135" fmla="*/ 146288 h 305302"/>
                <a:gd name="connsiteX136" fmla="*/ 477989 w 601409"/>
                <a:gd name="connsiteY136" fmla="*/ 146288 h 305302"/>
                <a:gd name="connsiteX137" fmla="*/ 477989 w 601409"/>
                <a:gd name="connsiteY137" fmla="*/ 169209 h 305302"/>
                <a:gd name="connsiteX138" fmla="*/ 500951 w 601409"/>
                <a:gd name="connsiteY138" fmla="*/ 169209 h 305302"/>
                <a:gd name="connsiteX139" fmla="*/ 500951 w 601409"/>
                <a:gd name="connsiteY139" fmla="*/ 146288 h 305302"/>
                <a:gd name="connsiteX140" fmla="*/ 439241 w 601409"/>
                <a:gd name="connsiteY140" fmla="*/ 146288 h 305302"/>
                <a:gd name="connsiteX141" fmla="*/ 439241 w 601409"/>
                <a:gd name="connsiteY141" fmla="*/ 169209 h 305302"/>
                <a:gd name="connsiteX142" fmla="*/ 462203 w 601409"/>
                <a:gd name="connsiteY142" fmla="*/ 169209 h 305302"/>
                <a:gd name="connsiteX143" fmla="*/ 462203 w 601409"/>
                <a:gd name="connsiteY143" fmla="*/ 146288 h 305302"/>
                <a:gd name="connsiteX144" fmla="*/ 143512 w 601409"/>
                <a:gd name="connsiteY144" fmla="*/ 146288 h 305302"/>
                <a:gd name="connsiteX145" fmla="*/ 143512 w 601409"/>
                <a:gd name="connsiteY145" fmla="*/ 169209 h 305302"/>
                <a:gd name="connsiteX146" fmla="*/ 165038 w 601409"/>
                <a:gd name="connsiteY146" fmla="*/ 169209 h 305302"/>
                <a:gd name="connsiteX147" fmla="*/ 165038 w 601409"/>
                <a:gd name="connsiteY147" fmla="*/ 146288 h 305302"/>
                <a:gd name="connsiteX148" fmla="*/ 103328 w 601409"/>
                <a:gd name="connsiteY148" fmla="*/ 146288 h 305302"/>
                <a:gd name="connsiteX149" fmla="*/ 103328 w 601409"/>
                <a:gd name="connsiteY149" fmla="*/ 169209 h 305302"/>
                <a:gd name="connsiteX150" fmla="*/ 126290 w 601409"/>
                <a:gd name="connsiteY150" fmla="*/ 169209 h 305302"/>
                <a:gd name="connsiteX151" fmla="*/ 126290 w 601409"/>
                <a:gd name="connsiteY151" fmla="*/ 146288 h 305302"/>
                <a:gd name="connsiteX152" fmla="*/ 66015 w 601409"/>
                <a:gd name="connsiteY152" fmla="*/ 146288 h 305302"/>
                <a:gd name="connsiteX153" fmla="*/ 66015 w 601409"/>
                <a:gd name="connsiteY153" fmla="*/ 169209 h 305302"/>
                <a:gd name="connsiteX154" fmla="*/ 88977 w 601409"/>
                <a:gd name="connsiteY154" fmla="*/ 169209 h 305302"/>
                <a:gd name="connsiteX155" fmla="*/ 88977 w 601409"/>
                <a:gd name="connsiteY155" fmla="*/ 146288 h 305302"/>
                <a:gd name="connsiteX156" fmla="*/ 27267 w 601409"/>
                <a:gd name="connsiteY156" fmla="*/ 146288 h 305302"/>
                <a:gd name="connsiteX157" fmla="*/ 27267 w 601409"/>
                <a:gd name="connsiteY157" fmla="*/ 169209 h 305302"/>
                <a:gd name="connsiteX158" fmla="*/ 50229 w 601409"/>
                <a:gd name="connsiteY158" fmla="*/ 169209 h 305302"/>
                <a:gd name="connsiteX159" fmla="*/ 50229 w 601409"/>
                <a:gd name="connsiteY159" fmla="*/ 146288 h 305302"/>
                <a:gd name="connsiteX160" fmla="*/ 351656 w 601409"/>
                <a:gd name="connsiteY160" fmla="*/ 141901 h 305302"/>
                <a:gd name="connsiteX161" fmla="*/ 351656 w 601409"/>
                <a:gd name="connsiteY161" fmla="*/ 167701 h 305302"/>
                <a:gd name="connsiteX162" fmla="*/ 376069 w 601409"/>
                <a:gd name="connsiteY162" fmla="*/ 167701 h 305302"/>
                <a:gd name="connsiteX163" fmla="*/ 376069 w 601409"/>
                <a:gd name="connsiteY163" fmla="*/ 141901 h 305302"/>
                <a:gd name="connsiteX164" fmla="*/ 308573 w 601409"/>
                <a:gd name="connsiteY164" fmla="*/ 141901 h 305302"/>
                <a:gd name="connsiteX165" fmla="*/ 308573 w 601409"/>
                <a:gd name="connsiteY165" fmla="*/ 167701 h 305302"/>
                <a:gd name="connsiteX166" fmla="*/ 332987 w 601409"/>
                <a:gd name="connsiteY166" fmla="*/ 167701 h 305302"/>
                <a:gd name="connsiteX167" fmla="*/ 332987 w 601409"/>
                <a:gd name="connsiteY167" fmla="*/ 141901 h 305302"/>
                <a:gd name="connsiteX168" fmla="*/ 265491 w 601409"/>
                <a:gd name="connsiteY168" fmla="*/ 141901 h 305302"/>
                <a:gd name="connsiteX169" fmla="*/ 265491 w 601409"/>
                <a:gd name="connsiteY169" fmla="*/ 167701 h 305302"/>
                <a:gd name="connsiteX170" fmla="*/ 291340 w 601409"/>
                <a:gd name="connsiteY170" fmla="*/ 167701 h 305302"/>
                <a:gd name="connsiteX171" fmla="*/ 291340 w 601409"/>
                <a:gd name="connsiteY171" fmla="*/ 141901 h 305302"/>
                <a:gd name="connsiteX172" fmla="*/ 222408 w 601409"/>
                <a:gd name="connsiteY172" fmla="*/ 141901 h 305302"/>
                <a:gd name="connsiteX173" fmla="*/ 222408 w 601409"/>
                <a:gd name="connsiteY173" fmla="*/ 167701 h 305302"/>
                <a:gd name="connsiteX174" fmla="*/ 248258 w 601409"/>
                <a:gd name="connsiteY174" fmla="*/ 167701 h 305302"/>
                <a:gd name="connsiteX175" fmla="*/ 248258 w 601409"/>
                <a:gd name="connsiteY175" fmla="*/ 141901 h 305302"/>
                <a:gd name="connsiteX176" fmla="*/ 411974 w 601409"/>
                <a:gd name="connsiteY176" fmla="*/ 113339 h 305302"/>
                <a:gd name="connsiteX177" fmla="*/ 601409 w 601409"/>
                <a:gd name="connsiteY177" fmla="*/ 113339 h 305302"/>
                <a:gd name="connsiteX178" fmla="*/ 601409 w 601409"/>
                <a:gd name="connsiteY178" fmla="*/ 305302 h 305302"/>
                <a:gd name="connsiteX179" fmla="*/ 411974 w 601409"/>
                <a:gd name="connsiteY179" fmla="*/ 305302 h 305302"/>
                <a:gd name="connsiteX180" fmla="*/ 0 w 601409"/>
                <a:gd name="connsiteY180" fmla="*/ 113339 h 305302"/>
                <a:gd name="connsiteX181" fmla="*/ 189435 w 601409"/>
                <a:gd name="connsiteY181" fmla="*/ 113339 h 305302"/>
                <a:gd name="connsiteX182" fmla="*/ 189435 w 601409"/>
                <a:gd name="connsiteY182" fmla="*/ 305302 h 305302"/>
                <a:gd name="connsiteX183" fmla="*/ 0 w 601409"/>
                <a:gd name="connsiteY183" fmla="*/ 305302 h 305302"/>
                <a:gd name="connsiteX184" fmla="*/ 351656 w 601409"/>
                <a:gd name="connsiteY184" fmla="*/ 100334 h 305302"/>
                <a:gd name="connsiteX185" fmla="*/ 351656 w 601409"/>
                <a:gd name="connsiteY185" fmla="*/ 126134 h 305302"/>
                <a:gd name="connsiteX186" fmla="*/ 376069 w 601409"/>
                <a:gd name="connsiteY186" fmla="*/ 126134 h 305302"/>
                <a:gd name="connsiteX187" fmla="*/ 376069 w 601409"/>
                <a:gd name="connsiteY187" fmla="*/ 100334 h 305302"/>
                <a:gd name="connsiteX188" fmla="*/ 308573 w 601409"/>
                <a:gd name="connsiteY188" fmla="*/ 100334 h 305302"/>
                <a:gd name="connsiteX189" fmla="*/ 308573 w 601409"/>
                <a:gd name="connsiteY189" fmla="*/ 126134 h 305302"/>
                <a:gd name="connsiteX190" fmla="*/ 332987 w 601409"/>
                <a:gd name="connsiteY190" fmla="*/ 126134 h 305302"/>
                <a:gd name="connsiteX191" fmla="*/ 332987 w 601409"/>
                <a:gd name="connsiteY191" fmla="*/ 100334 h 305302"/>
                <a:gd name="connsiteX192" fmla="*/ 265491 w 601409"/>
                <a:gd name="connsiteY192" fmla="*/ 100334 h 305302"/>
                <a:gd name="connsiteX193" fmla="*/ 265491 w 601409"/>
                <a:gd name="connsiteY193" fmla="*/ 126134 h 305302"/>
                <a:gd name="connsiteX194" fmla="*/ 291340 w 601409"/>
                <a:gd name="connsiteY194" fmla="*/ 126134 h 305302"/>
                <a:gd name="connsiteX195" fmla="*/ 291340 w 601409"/>
                <a:gd name="connsiteY195" fmla="*/ 100334 h 305302"/>
                <a:gd name="connsiteX196" fmla="*/ 222408 w 601409"/>
                <a:gd name="connsiteY196" fmla="*/ 100334 h 305302"/>
                <a:gd name="connsiteX197" fmla="*/ 222408 w 601409"/>
                <a:gd name="connsiteY197" fmla="*/ 126134 h 305302"/>
                <a:gd name="connsiteX198" fmla="*/ 248258 w 601409"/>
                <a:gd name="connsiteY198" fmla="*/ 126134 h 305302"/>
                <a:gd name="connsiteX199" fmla="*/ 248258 w 601409"/>
                <a:gd name="connsiteY199" fmla="*/ 100334 h 305302"/>
                <a:gd name="connsiteX200" fmla="*/ 396214 w 601409"/>
                <a:gd name="connsiteY200" fmla="*/ 8612 h 305302"/>
                <a:gd name="connsiteX201" fmla="*/ 384771 w 601409"/>
                <a:gd name="connsiteY201" fmla="*/ 11476 h 305302"/>
                <a:gd name="connsiteX202" fmla="*/ 384771 w 601409"/>
                <a:gd name="connsiteY202" fmla="*/ 35828 h 305302"/>
                <a:gd name="connsiteX203" fmla="*/ 396214 w 601409"/>
                <a:gd name="connsiteY203" fmla="*/ 34395 h 305302"/>
                <a:gd name="connsiteX204" fmla="*/ 406228 w 601409"/>
                <a:gd name="connsiteY204" fmla="*/ 37260 h 305302"/>
                <a:gd name="connsiteX205" fmla="*/ 416241 w 601409"/>
                <a:gd name="connsiteY205" fmla="*/ 38692 h 305302"/>
                <a:gd name="connsiteX206" fmla="*/ 427685 w 601409"/>
                <a:gd name="connsiteY206" fmla="*/ 37260 h 305302"/>
                <a:gd name="connsiteX207" fmla="*/ 427685 w 601409"/>
                <a:gd name="connsiteY207" fmla="*/ 11476 h 305302"/>
                <a:gd name="connsiteX208" fmla="*/ 414811 w 601409"/>
                <a:gd name="connsiteY208" fmla="*/ 14341 h 305302"/>
                <a:gd name="connsiteX209" fmla="*/ 404797 w 601409"/>
                <a:gd name="connsiteY209" fmla="*/ 11476 h 305302"/>
                <a:gd name="connsiteX210" fmla="*/ 396214 w 601409"/>
                <a:gd name="connsiteY210" fmla="*/ 8612 h 305302"/>
                <a:gd name="connsiteX211" fmla="*/ 396214 w 601409"/>
                <a:gd name="connsiteY211" fmla="*/ 5747 h 305302"/>
                <a:gd name="connsiteX212" fmla="*/ 407658 w 601409"/>
                <a:gd name="connsiteY212" fmla="*/ 7179 h 305302"/>
                <a:gd name="connsiteX213" fmla="*/ 414811 w 601409"/>
                <a:gd name="connsiteY213" fmla="*/ 10044 h 305302"/>
                <a:gd name="connsiteX214" fmla="*/ 429115 w 601409"/>
                <a:gd name="connsiteY214" fmla="*/ 7179 h 305302"/>
                <a:gd name="connsiteX215" fmla="*/ 431976 w 601409"/>
                <a:gd name="connsiteY215" fmla="*/ 7179 h 305302"/>
                <a:gd name="connsiteX216" fmla="*/ 431976 w 601409"/>
                <a:gd name="connsiteY216" fmla="*/ 40125 h 305302"/>
                <a:gd name="connsiteX217" fmla="*/ 430546 w 601409"/>
                <a:gd name="connsiteY217" fmla="*/ 40125 h 305302"/>
                <a:gd name="connsiteX218" fmla="*/ 416241 w 601409"/>
                <a:gd name="connsiteY218" fmla="*/ 42990 h 305302"/>
                <a:gd name="connsiteX219" fmla="*/ 404797 w 601409"/>
                <a:gd name="connsiteY219" fmla="*/ 40125 h 305302"/>
                <a:gd name="connsiteX220" fmla="*/ 396214 w 601409"/>
                <a:gd name="connsiteY220" fmla="*/ 38692 h 305302"/>
                <a:gd name="connsiteX221" fmla="*/ 383340 w 601409"/>
                <a:gd name="connsiteY221" fmla="*/ 40125 h 305302"/>
                <a:gd name="connsiteX222" fmla="*/ 380479 w 601409"/>
                <a:gd name="connsiteY222" fmla="*/ 41557 h 305302"/>
                <a:gd name="connsiteX223" fmla="*/ 380479 w 601409"/>
                <a:gd name="connsiteY223" fmla="*/ 8612 h 305302"/>
                <a:gd name="connsiteX224" fmla="*/ 381910 w 601409"/>
                <a:gd name="connsiteY224" fmla="*/ 7179 h 305302"/>
                <a:gd name="connsiteX225" fmla="*/ 396214 w 601409"/>
                <a:gd name="connsiteY225" fmla="*/ 5747 h 305302"/>
                <a:gd name="connsiteX226" fmla="*/ 373197 w 601409"/>
                <a:gd name="connsiteY226" fmla="*/ 0 h 305302"/>
                <a:gd name="connsiteX227" fmla="*/ 377506 w 601409"/>
                <a:gd name="connsiteY227" fmla="*/ 4300 h 305302"/>
                <a:gd name="connsiteX228" fmla="*/ 376069 w 601409"/>
                <a:gd name="connsiteY228" fmla="*/ 7166 h 305302"/>
                <a:gd name="connsiteX229" fmla="*/ 376069 w 601409"/>
                <a:gd name="connsiteY229" fmla="*/ 53033 h 305302"/>
                <a:gd name="connsiteX230" fmla="*/ 406227 w 601409"/>
                <a:gd name="connsiteY230" fmla="*/ 71667 h 305302"/>
                <a:gd name="connsiteX231" fmla="*/ 404791 w 601409"/>
                <a:gd name="connsiteY231" fmla="*/ 97467 h 305302"/>
                <a:gd name="connsiteX232" fmla="*/ 394739 w 601409"/>
                <a:gd name="connsiteY232" fmla="*/ 97467 h 305302"/>
                <a:gd name="connsiteX233" fmla="*/ 394739 w 601409"/>
                <a:gd name="connsiteY233" fmla="*/ 305302 h 305302"/>
                <a:gd name="connsiteX234" fmla="*/ 205175 w 601409"/>
                <a:gd name="connsiteY234" fmla="*/ 305302 h 305302"/>
                <a:gd name="connsiteX235" fmla="*/ 205175 w 601409"/>
                <a:gd name="connsiteY235" fmla="*/ 97467 h 305302"/>
                <a:gd name="connsiteX236" fmla="*/ 190814 w 601409"/>
                <a:gd name="connsiteY236" fmla="*/ 97467 h 305302"/>
                <a:gd name="connsiteX237" fmla="*/ 192250 w 601409"/>
                <a:gd name="connsiteY237" fmla="*/ 71667 h 305302"/>
                <a:gd name="connsiteX238" fmla="*/ 295649 w 601409"/>
                <a:gd name="connsiteY238" fmla="*/ 2866 h 305302"/>
                <a:gd name="connsiteX239" fmla="*/ 370325 w 601409"/>
                <a:gd name="connsiteY239" fmla="*/ 50167 h 305302"/>
                <a:gd name="connsiteX240" fmla="*/ 370325 w 601409"/>
                <a:gd name="connsiteY240" fmla="*/ 7166 h 305302"/>
                <a:gd name="connsiteX241" fmla="*/ 368889 w 601409"/>
                <a:gd name="connsiteY241" fmla="*/ 4300 h 305302"/>
                <a:gd name="connsiteX242" fmla="*/ 373197 w 601409"/>
                <a:gd name="connsiteY242" fmla="*/ 0 h 30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Lst>
              <a:rect l="l" t="t" r="r" b="b"/>
              <a:pathLst>
                <a:path w="601409" h="305302">
                  <a:moveTo>
                    <a:pt x="555486" y="246567"/>
                  </a:moveTo>
                  <a:lnTo>
                    <a:pt x="555486" y="269488"/>
                  </a:lnTo>
                  <a:lnTo>
                    <a:pt x="578447" y="269488"/>
                  </a:lnTo>
                  <a:lnTo>
                    <a:pt x="578447" y="246567"/>
                  </a:lnTo>
                  <a:close/>
                  <a:moveTo>
                    <a:pt x="516738" y="246567"/>
                  </a:moveTo>
                  <a:lnTo>
                    <a:pt x="516738" y="269488"/>
                  </a:lnTo>
                  <a:lnTo>
                    <a:pt x="539699" y="269488"/>
                  </a:lnTo>
                  <a:lnTo>
                    <a:pt x="539699" y="246567"/>
                  </a:lnTo>
                  <a:close/>
                  <a:moveTo>
                    <a:pt x="477989" y="246567"/>
                  </a:moveTo>
                  <a:lnTo>
                    <a:pt x="477989" y="269488"/>
                  </a:lnTo>
                  <a:lnTo>
                    <a:pt x="500951" y="269488"/>
                  </a:lnTo>
                  <a:lnTo>
                    <a:pt x="500951" y="246567"/>
                  </a:lnTo>
                  <a:close/>
                  <a:moveTo>
                    <a:pt x="439241" y="246567"/>
                  </a:moveTo>
                  <a:lnTo>
                    <a:pt x="439241" y="269488"/>
                  </a:lnTo>
                  <a:lnTo>
                    <a:pt x="462203" y="269488"/>
                  </a:lnTo>
                  <a:lnTo>
                    <a:pt x="462203" y="246567"/>
                  </a:lnTo>
                  <a:close/>
                  <a:moveTo>
                    <a:pt x="143512" y="246567"/>
                  </a:moveTo>
                  <a:lnTo>
                    <a:pt x="143512" y="269488"/>
                  </a:lnTo>
                  <a:lnTo>
                    <a:pt x="165038" y="269488"/>
                  </a:lnTo>
                  <a:lnTo>
                    <a:pt x="165038" y="246567"/>
                  </a:lnTo>
                  <a:close/>
                  <a:moveTo>
                    <a:pt x="103328" y="246567"/>
                  </a:moveTo>
                  <a:lnTo>
                    <a:pt x="103328" y="269488"/>
                  </a:lnTo>
                  <a:lnTo>
                    <a:pt x="126290" y="269488"/>
                  </a:lnTo>
                  <a:lnTo>
                    <a:pt x="126290" y="246567"/>
                  </a:lnTo>
                  <a:close/>
                  <a:moveTo>
                    <a:pt x="66015" y="246567"/>
                  </a:moveTo>
                  <a:lnTo>
                    <a:pt x="66015" y="269488"/>
                  </a:lnTo>
                  <a:lnTo>
                    <a:pt x="88977" y="269488"/>
                  </a:lnTo>
                  <a:lnTo>
                    <a:pt x="88977" y="246567"/>
                  </a:lnTo>
                  <a:close/>
                  <a:moveTo>
                    <a:pt x="27267" y="246567"/>
                  </a:moveTo>
                  <a:lnTo>
                    <a:pt x="27267" y="269488"/>
                  </a:lnTo>
                  <a:lnTo>
                    <a:pt x="50229" y="269488"/>
                  </a:lnTo>
                  <a:lnTo>
                    <a:pt x="50229" y="246567"/>
                  </a:lnTo>
                  <a:close/>
                  <a:moveTo>
                    <a:pt x="351656" y="219302"/>
                  </a:moveTo>
                  <a:lnTo>
                    <a:pt x="351656" y="245102"/>
                  </a:lnTo>
                  <a:lnTo>
                    <a:pt x="376069" y="245102"/>
                  </a:lnTo>
                  <a:lnTo>
                    <a:pt x="376069" y="219302"/>
                  </a:lnTo>
                  <a:close/>
                  <a:moveTo>
                    <a:pt x="308573" y="219302"/>
                  </a:moveTo>
                  <a:lnTo>
                    <a:pt x="308573" y="245102"/>
                  </a:lnTo>
                  <a:lnTo>
                    <a:pt x="332987" y="245102"/>
                  </a:lnTo>
                  <a:lnTo>
                    <a:pt x="332987" y="219302"/>
                  </a:lnTo>
                  <a:close/>
                  <a:moveTo>
                    <a:pt x="265491" y="219302"/>
                  </a:moveTo>
                  <a:lnTo>
                    <a:pt x="265491" y="245102"/>
                  </a:lnTo>
                  <a:lnTo>
                    <a:pt x="291340" y="245102"/>
                  </a:lnTo>
                  <a:lnTo>
                    <a:pt x="291340" y="219302"/>
                  </a:lnTo>
                  <a:close/>
                  <a:moveTo>
                    <a:pt x="222408" y="219302"/>
                  </a:moveTo>
                  <a:lnTo>
                    <a:pt x="222408" y="245102"/>
                  </a:lnTo>
                  <a:lnTo>
                    <a:pt x="248258" y="245102"/>
                  </a:lnTo>
                  <a:lnTo>
                    <a:pt x="248258" y="219302"/>
                  </a:lnTo>
                  <a:close/>
                  <a:moveTo>
                    <a:pt x="555486" y="212186"/>
                  </a:moveTo>
                  <a:lnTo>
                    <a:pt x="555486" y="235107"/>
                  </a:lnTo>
                  <a:lnTo>
                    <a:pt x="578447" y="235107"/>
                  </a:lnTo>
                  <a:lnTo>
                    <a:pt x="578447" y="212186"/>
                  </a:lnTo>
                  <a:close/>
                  <a:moveTo>
                    <a:pt x="516738" y="212186"/>
                  </a:moveTo>
                  <a:lnTo>
                    <a:pt x="516738" y="235107"/>
                  </a:lnTo>
                  <a:lnTo>
                    <a:pt x="539699" y="235107"/>
                  </a:lnTo>
                  <a:lnTo>
                    <a:pt x="539699" y="212186"/>
                  </a:lnTo>
                  <a:close/>
                  <a:moveTo>
                    <a:pt x="477989" y="212186"/>
                  </a:moveTo>
                  <a:lnTo>
                    <a:pt x="477989" y="235107"/>
                  </a:lnTo>
                  <a:lnTo>
                    <a:pt x="500951" y="235107"/>
                  </a:lnTo>
                  <a:lnTo>
                    <a:pt x="500951" y="212186"/>
                  </a:lnTo>
                  <a:close/>
                  <a:moveTo>
                    <a:pt x="439241" y="212186"/>
                  </a:moveTo>
                  <a:lnTo>
                    <a:pt x="439241" y="235107"/>
                  </a:lnTo>
                  <a:lnTo>
                    <a:pt x="462203" y="235107"/>
                  </a:lnTo>
                  <a:lnTo>
                    <a:pt x="462203" y="212186"/>
                  </a:lnTo>
                  <a:close/>
                  <a:moveTo>
                    <a:pt x="143512" y="212186"/>
                  </a:moveTo>
                  <a:lnTo>
                    <a:pt x="143512" y="235107"/>
                  </a:lnTo>
                  <a:lnTo>
                    <a:pt x="165038" y="235107"/>
                  </a:lnTo>
                  <a:lnTo>
                    <a:pt x="165038" y="212186"/>
                  </a:lnTo>
                  <a:close/>
                  <a:moveTo>
                    <a:pt x="103328" y="212186"/>
                  </a:moveTo>
                  <a:lnTo>
                    <a:pt x="103328" y="235107"/>
                  </a:lnTo>
                  <a:lnTo>
                    <a:pt x="126290" y="235107"/>
                  </a:lnTo>
                  <a:lnTo>
                    <a:pt x="126290" y="212186"/>
                  </a:lnTo>
                  <a:close/>
                  <a:moveTo>
                    <a:pt x="66015" y="212186"/>
                  </a:moveTo>
                  <a:lnTo>
                    <a:pt x="66015" y="235107"/>
                  </a:lnTo>
                  <a:lnTo>
                    <a:pt x="88977" y="235107"/>
                  </a:lnTo>
                  <a:lnTo>
                    <a:pt x="88977" y="212186"/>
                  </a:lnTo>
                  <a:close/>
                  <a:moveTo>
                    <a:pt x="27267" y="212186"/>
                  </a:moveTo>
                  <a:lnTo>
                    <a:pt x="27267" y="235107"/>
                  </a:lnTo>
                  <a:lnTo>
                    <a:pt x="50229" y="235107"/>
                  </a:lnTo>
                  <a:lnTo>
                    <a:pt x="50229" y="212186"/>
                  </a:lnTo>
                  <a:close/>
                  <a:moveTo>
                    <a:pt x="555486" y="180670"/>
                  </a:moveTo>
                  <a:lnTo>
                    <a:pt x="555486" y="203591"/>
                  </a:lnTo>
                  <a:lnTo>
                    <a:pt x="578447" y="203591"/>
                  </a:lnTo>
                  <a:lnTo>
                    <a:pt x="578447" y="180670"/>
                  </a:lnTo>
                  <a:close/>
                  <a:moveTo>
                    <a:pt x="516738" y="180670"/>
                  </a:moveTo>
                  <a:lnTo>
                    <a:pt x="516738" y="203591"/>
                  </a:lnTo>
                  <a:lnTo>
                    <a:pt x="539699" y="203591"/>
                  </a:lnTo>
                  <a:lnTo>
                    <a:pt x="539699" y="180670"/>
                  </a:lnTo>
                  <a:close/>
                  <a:moveTo>
                    <a:pt x="477989" y="180670"/>
                  </a:moveTo>
                  <a:lnTo>
                    <a:pt x="477989" y="203591"/>
                  </a:lnTo>
                  <a:lnTo>
                    <a:pt x="500951" y="203591"/>
                  </a:lnTo>
                  <a:lnTo>
                    <a:pt x="500951" y="180670"/>
                  </a:lnTo>
                  <a:close/>
                  <a:moveTo>
                    <a:pt x="439241" y="180670"/>
                  </a:moveTo>
                  <a:lnTo>
                    <a:pt x="439241" y="203591"/>
                  </a:lnTo>
                  <a:lnTo>
                    <a:pt x="462203" y="203591"/>
                  </a:lnTo>
                  <a:lnTo>
                    <a:pt x="462203" y="180670"/>
                  </a:lnTo>
                  <a:close/>
                  <a:moveTo>
                    <a:pt x="143512" y="180670"/>
                  </a:moveTo>
                  <a:lnTo>
                    <a:pt x="143512" y="203591"/>
                  </a:lnTo>
                  <a:lnTo>
                    <a:pt x="165038" y="203591"/>
                  </a:lnTo>
                  <a:lnTo>
                    <a:pt x="165038" y="180670"/>
                  </a:lnTo>
                  <a:close/>
                  <a:moveTo>
                    <a:pt x="103328" y="180670"/>
                  </a:moveTo>
                  <a:lnTo>
                    <a:pt x="103328" y="203591"/>
                  </a:lnTo>
                  <a:lnTo>
                    <a:pt x="126290" y="203591"/>
                  </a:lnTo>
                  <a:lnTo>
                    <a:pt x="126290" y="180670"/>
                  </a:lnTo>
                  <a:close/>
                  <a:moveTo>
                    <a:pt x="66015" y="180670"/>
                  </a:moveTo>
                  <a:lnTo>
                    <a:pt x="66015" y="203591"/>
                  </a:lnTo>
                  <a:lnTo>
                    <a:pt x="88977" y="203591"/>
                  </a:lnTo>
                  <a:lnTo>
                    <a:pt x="88977" y="180670"/>
                  </a:lnTo>
                  <a:close/>
                  <a:moveTo>
                    <a:pt x="27267" y="180670"/>
                  </a:moveTo>
                  <a:lnTo>
                    <a:pt x="27267" y="203591"/>
                  </a:lnTo>
                  <a:lnTo>
                    <a:pt x="50229" y="203591"/>
                  </a:lnTo>
                  <a:lnTo>
                    <a:pt x="50229" y="180670"/>
                  </a:lnTo>
                  <a:close/>
                  <a:moveTo>
                    <a:pt x="351656" y="180601"/>
                  </a:moveTo>
                  <a:lnTo>
                    <a:pt x="351656" y="206402"/>
                  </a:lnTo>
                  <a:lnTo>
                    <a:pt x="376069" y="206402"/>
                  </a:lnTo>
                  <a:lnTo>
                    <a:pt x="376069" y="180601"/>
                  </a:lnTo>
                  <a:close/>
                  <a:moveTo>
                    <a:pt x="308573" y="180601"/>
                  </a:moveTo>
                  <a:lnTo>
                    <a:pt x="308573" y="206402"/>
                  </a:lnTo>
                  <a:lnTo>
                    <a:pt x="332987" y="206402"/>
                  </a:lnTo>
                  <a:lnTo>
                    <a:pt x="332987" y="180601"/>
                  </a:lnTo>
                  <a:close/>
                  <a:moveTo>
                    <a:pt x="265491" y="180601"/>
                  </a:moveTo>
                  <a:lnTo>
                    <a:pt x="265491" y="206402"/>
                  </a:lnTo>
                  <a:lnTo>
                    <a:pt x="291340" y="206402"/>
                  </a:lnTo>
                  <a:lnTo>
                    <a:pt x="291340" y="180601"/>
                  </a:lnTo>
                  <a:close/>
                  <a:moveTo>
                    <a:pt x="222408" y="180601"/>
                  </a:moveTo>
                  <a:lnTo>
                    <a:pt x="222408" y="206402"/>
                  </a:lnTo>
                  <a:lnTo>
                    <a:pt x="248258" y="206402"/>
                  </a:lnTo>
                  <a:lnTo>
                    <a:pt x="248258" y="180601"/>
                  </a:lnTo>
                  <a:close/>
                  <a:moveTo>
                    <a:pt x="555486" y="146288"/>
                  </a:moveTo>
                  <a:lnTo>
                    <a:pt x="555486" y="169209"/>
                  </a:lnTo>
                  <a:lnTo>
                    <a:pt x="578447" y="169209"/>
                  </a:lnTo>
                  <a:lnTo>
                    <a:pt x="578447" y="146288"/>
                  </a:lnTo>
                  <a:close/>
                  <a:moveTo>
                    <a:pt x="516738" y="146288"/>
                  </a:moveTo>
                  <a:lnTo>
                    <a:pt x="516738" y="169209"/>
                  </a:lnTo>
                  <a:lnTo>
                    <a:pt x="539699" y="169209"/>
                  </a:lnTo>
                  <a:lnTo>
                    <a:pt x="539699" y="146288"/>
                  </a:lnTo>
                  <a:close/>
                  <a:moveTo>
                    <a:pt x="477989" y="146288"/>
                  </a:moveTo>
                  <a:lnTo>
                    <a:pt x="477989" y="169209"/>
                  </a:lnTo>
                  <a:lnTo>
                    <a:pt x="500951" y="169209"/>
                  </a:lnTo>
                  <a:lnTo>
                    <a:pt x="500951" y="146288"/>
                  </a:lnTo>
                  <a:close/>
                  <a:moveTo>
                    <a:pt x="439241" y="146288"/>
                  </a:moveTo>
                  <a:lnTo>
                    <a:pt x="439241" y="169209"/>
                  </a:lnTo>
                  <a:lnTo>
                    <a:pt x="462203" y="169209"/>
                  </a:lnTo>
                  <a:lnTo>
                    <a:pt x="462203" y="146288"/>
                  </a:lnTo>
                  <a:close/>
                  <a:moveTo>
                    <a:pt x="143512" y="146288"/>
                  </a:moveTo>
                  <a:lnTo>
                    <a:pt x="143512" y="169209"/>
                  </a:lnTo>
                  <a:lnTo>
                    <a:pt x="165038" y="169209"/>
                  </a:lnTo>
                  <a:lnTo>
                    <a:pt x="165038" y="146288"/>
                  </a:lnTo>
                  <a:close/>
                  <a:moveTo>
                    <a:pt x="103328" y="146288"/>
                  </a:moveTo>
                  <a:lnTo>
                    <a:pt x="103328" y="169209"/>
                  </a:lnTo>
                  <a:lnTo>
                    <a:pt x="126290" y="169209"/>
                  </a:lnTo>
                  <a:lnTo>
                    <a:pt x="126290" y="146288"/>
                  </a:lnTo>
                  <a:close/>
                  <a:moveTo>
                    <a:pt x="66015" y="146288"/>
                  </a:moveTo>
                  <a:lnTo>
                    <a:pt x="66015" y="169209"/>
                  </a:lnTo>
                  <a:lnTo>
                    <a:pt x="88977" y="169209"/>
                  </a:lnTo>
                  <a:lnTo>
                    <a:pt x="88977" y="146288"/>
                  </a:lnTo>
                  <a:close/>
                  <a:moveTo>
                    <a:pt x="27267" y="146288"/>
                  </a:moveTo>
                  <a:lnTo>
                    <a:pt x="27267" y="169209"/>
                  </a:lnTo>
                  <a:lnTo>
                    <a:pt x="50229" y="169209"/>
                  </a:lnTo>
                  <a:lnTo>
                    <a:pt x="50229" y="146288"/>
                  </a:lnTo>
                  <a:close/>
                  <a:moveTo>
                    <a:pt x="351656" y="141901"/>
                  </a:moveTo>
                  <a:lnTo>
                    <a:pt x="351656" y="167701"/>
                  </a:lnTo>
                  <a:lnTo>
                    <a:pt x="376069" y="167701"/>
                  </a:lnTo>
                  <a:lnTo>
                    <a:pt x="376069" y="141901"/>
                  </a:lnTo>
                  <a:close/>
                  <a:moveTo>
                    <a:pt x="308573" y="141901"/>
                  </a:moveTo>
                  <a:lnTo>
                    <a:pt x="308573" y="167701"/>
                  </a:lnTo>
                  <a:lnTo>
                    <a:pt x="332987" y="167701"/>
                  </a:lnTo>
                  <a:lnTo>
                    <a:pt x="332987" y="141901"/>
                  </a:lnTo>
                  <a:close/>
                  <a:moveTo>
                    <a:pt x="265491" y="141901"/>
                  </a:moveTo>
                  <a:lnTo>
                    <a:pt x="265491" y="167701"/>
                  </a:lnTo>
                  <a:lnTo>
                    <a:pt x="291340" y="167701"/>
                  </a:lnTo>
                  <a:lnTo>
                    <a:pt x="291340" y="141901"/>
                  </a:lnTo>
                  <a:close/>
                  <a:moveTo>
                    <a:pt x="222408" y="141901"/>
                  </a:moveTo>
                  <a:lnTo>
                    <a:pt x="222408" y="167701"/>
                  </a:lnTo>
                  <a:lnTo>
                    <a:pt x="248258" y="167701"/>
                  </a:lnTo>
                  <a:lnTo>
                    <a:pt x="248258" y="141901"/>
                  </a:lnTo>
                  <a:close/>
                  <a:moveTo>
                    <a:pt x="411974" y="113339"/>
                  </a:moveTo>
                  <a:lnTo>
                    <a:pt x="601409" y="113339"/>
                  </a:lnTo>
                  <a:lnTo>
                    <a:pt x="601409" y="305302"/>
                  </a:lnTo>
                  <a:lnTo>
                    <a:pt x="411974" y="305302"/>
                  </a:lnTo>
                  <a:close/>
                  <a:moveTo>
                    <a:pt x="0" y="113339"/>
                  </a:moveTo>
                  <a:lnTo>
                    <a:pt x="189435" y="113339"/>
                  </a:lnTo>
                  <a:lnTo>
                    <a:pt x="189435" y="305302"/>
                  </a:lnTo>
                  <a:lnTo>
                    <a:pt x="0" y="305302"/>
                  </a:lnTo>
                  <a:close/>
                  <a:moveTo>
                    <a:pt x="351656" y="100334"/>
                  </a:moveTo>
                  <a:lnTo>
                    <a:pt x="351656" y="126134"/>
                  </a:lnTo>
                  <a:lnTo>
                    <a:pt x="376069" y="126134"/>
                  </a:lnTo>
                  <a:lnTo>
                    <a:pt x="376069" y="100334"/>
                  </a:lnTo>
                  <a:close/>
                  <a:moveTo>
                    <a:pt x="308573" y="100334"/>
                  </a:moveTo>
                  <a:lnTo>
                    <a:pt x="308573" y="126134"/>
                  </a:lnTo>
                  <a:lnTo>
                    <a:pt x="332987" y="126134"/>
                  </a:lnTo>
                  <a:lnTo>
                    <a:pt x="332987" y="100334"/>
                  </a:lnTo>
                  <a:close/>
                  <a:moveTo>
                    <a:pt x="265491" y="100334"/>
                  </a:moveTo>
                  <a:lnTo>
                    <a:pt x="265491" y="126134"/>
                  </a:lnTo>
                  <a:lnTo>
                    <a:pt x="291340" y="126134"/>
                  </a:lnTo>
                  <a:lnTo>
                    <a:pt x="291340" y="100334"/>
                  </a:lnTo>
                  <a:close/>
                  <a:moveTo>
                    <a:pt x="222408" y="100334"/>
                  </a:moveTo>
                  <a:lnTo>
                    <a:pt x="222408" y="126134"/>
                  </a:lnTo>
                  <a:lnTo>
                    <a:pt x="248258" y="126134"/>
                  </a:lnTo>
                  <a:lnTo>
                    <a:pt x="248258" y="100334"/>
                  </a:lnTo>
                  <a:close/>
                  <a:moveTo>
                    <a:pt x="396214" y="8612"/>
                  </a:moveTo>
                  <a:cubicBezTo>
                    <a:pt x="391923" y="8612"/>
                    <a:pt x="386201" y="10044"/>
                    <a:pt x="384771" y="11476"/>
                  </a:cubicBezTo>
                  <a:lnTo>
                    <a:pt x="384771" y="35828"/>
                  </a:lnTo>
                  <a:cubicBezTo>
                    <a:pt x="386201" y="35828"/>
                    <a:pt x="390493" y="34395"/>
                    <a:pt x="396214" y="34395"/>
                  </a:cubicBezTo>
                  <a:cubicBezTo>
                    <a:pt x="400506" y="34395"/>
                    <a:pt x="403367" y="35828"/>
                    <a:pt x="406228" y="37260"/>
                  </a:cubicBezTo>
                  <a:cubicBezTo>
                    <a:pt x="409089" y="37260"/>
                    <a:pt x="413380" y="38692"/>
                    <a:pt x="416241" y="38692"/>
                  </a:cubicBezTo>
                  <a:cubicBezTo>
                    <a:pt x="421963" y="38692"/>
                    <a:pt x="426254" y="37260"/>
                    <a:pt x="427685" y="37260"/>
                  </a:cubicBezTo>
                  <a:lnTo>
                    <a:pt x="427685" y="11476"/>
                  </a:lnTo>
                  <a:cubicBezTo>
                    <a:pt x="424824" y="12909"/>
                    <a:pt x="420532" y="14341"/>
                    <a:pt x="414811" y="14341"/>
                  </a:cubicBezTo>
                  <a:cubicBezTo>
                    <a:pt x="410519" y="14341"/>
                    <a:pt x="407658" y="12909"/>
                    <a:pt x="404797" y="11476"/>
                  </a:cubicBezTo>
                  <a:cubicBezTo>
                    <a:pt x="403367" y="10044"/>
                    <a:pt x="400506" y="8612"/>
                    <a:pt x="396214" y="8612"/>
                  </a:cubicBezTo>
                  <a:close/>
                  <a:moveTo>
                    <a:pt x="396214" y="5747"/>
                  </a:moveTo>
                  <a:cubicBezTo>
                    <a:pt x="401936" y="5747"/>
                    <a:pt x="404797" y="5747"/>
                    <a:pt x="407658" y="7179"/>
                  </a:cubicBezTo>
                  <a:cubicBezTo>
                    <a:pt x="409089" y="8612"/>
                    <a:pt x="411950" y="10044"/>
                    <a:pt x="414811" y="10044"/>
                  </a:cubicBezTo>
                  <a:cubicBezTo>
                    <a:pt x="421963" y="10044"/>
                    <a:pt x="429115" y="7179"/>
                    <a:pt x="429115" y="7179"/>
                  </a:cubicBezTo>
                  <a:lnTo>
                    <a:pt x="431976" y="7179"/>
                  </a:lnTo>
                  <a:lnTo>
                    <a:pt x="431976" y="40125"/>
                  </a:lnTo>
                  <a:lnTo>
                    <a:pt x="430546" y="40125"/>
                  </a:lnTo>
                  <a:cubicBezTo>
                    <a:pt x="430546" y="40125"/>
                    <a:pt x="423393" y="42990"/>
                    <a:pt x="416241" y="42990"/>
                  </a:cubicBezTo>
                  <a:cubicBezTo>
                    <a:pt x="411950" y="42990"/>
                    <a:pt x="409089" y="41557"/>
                    <a:pt x="404797" y="40125"/>
                  </a:cubicBezTo>
                  <a:cubicBezTo>
                    <a:pt x="403367" y="38692"/>
                    <a:pt x="399075" y="38692"/>
                    <a:pt x="396214" y="38692"/>
                  </a:cubicBezTo>
                  <a:cubicBezTo>
                    <a:pt x="389062" y="38692"/>
                    <a:pt x="383340" y="40125"/>
                    <a:pt x="383340" y="40125"/>
                  </a:cubicBezTo>
                  <a:lnTo>
                    <a:pt x="380479" y="41557"/>
                  </a:lnTo>
                  <a:lnTo>
                    <a:pt x="380479" y="8612"/>
                  </a:lnTo>
                  <a:lnTo>
                    <a:pt x="381910" y="7179"/>
                  </a:lnTo>
                  <a:cubicBezTo>
                    <a:pt x="381910" y="7179"/>
                    <a:pt x="389062" y="5747"/>
                    <a:pt x="396214" y="5747"/>
                  </a:cubicBezTo>
                  <a:close/>
                  <a:moveTo>
                    <a:pt x="373197" y="0"/>
                  </a:moveTo>
                  <a:cubicBezTo>
                    <a:pt x="376069" y="0"/>
                    <a:pt x="377506" y="1433"/>
                    <a:pt x="377506" y="4300"/>
                  </a:cubicBezTo>
                  <a:cubicBezTo>
                    <a:pt x="377506" y="5733"/>
                    <a:pt x="377506" y="5733"/>
                    <a:pt x="376069" y="7166"/>
                  </a:cubicBezTo>
                  <a:lnTo>
                    <a:pt x="376069" y="53033"/>
                  </a:lnTo>
                  <a:lnTo>
                    <a:pt x="406227" y="71667"/>
                  </a:lnTo>
                  <a:lnTo>
                    <a:pt x="404791" y="97467"/>
                  </a:lnTo>
                  <a:lnTo>
                    <a:pt x="394739" y="97467"/>
                  </a:lnTo>
                  <a:lnTo>
                    <a:pt x="394739" y="305302"/>
                  </a:lnTo>
                  <a:lnTo>
                    <a:pt x="205175" y="305302"/>
                  </a:lnTo>
                  <a:lnTo>
                    <a:pt x="205175" y="97467"/>
                  </a:lnTo>
                  <a:lnTo>
                    <a:pt x="190814" y="97467"/>
                  </a:lnTo>
                  <a:lnTo>
                    <a:pt x="192250" y="71667"/>
                  </a:lnTo>
                  <a:lnTo>
                    <a:pt x="295649" y="2866"/>
                  </a:lnTo>
                  <a:lnTo>
                    <a:pt x="370325" y="50167"/>
                  </a:lnTo>
                  <a:lnTo>
                    <a:pt x="370325" y="7166"/>
                  </a:lnTo>
                  <a:cubicBezTo>
                    <a:pt x="368889" y="5733"/>
                    <a:pt x="368889" y="5733"/>
                    <a:pt x="368889" y="4300"/>
                  </a:cubicBezTo>
                  <a:cubicBezTo>
                    <a:pt x="368889" y="1433"/>
                    <a:pt x="370325" y="0"/>
                    <a:pt x="373197" y="0"/>
                  </a:cubicBezTo>
                  <a:close/>
                </a:path>
              </a:pathLst>
            </a:custGeom>
            <a:solidFill>
              <a:schemeClr val="accent1"/>
            </a:solidFill>
            <a:ln>
              <a:noFill/>
            </a:ln>
          </p:spPr>
          <p:txBody>
            <a:bodyPr/>
            <a:lstStyle/>
            <a:p>
              <a:endParaRPr lang="zh-CN" altLang="en-US">
                <a:cs typeface="+mn-ea"/>
                <a:sym typeface="+mn-lt"/>
              </a:endParaRPr>
            </a:p>
          </p:txBody>
        </p:sp>
      </p:grpSp>
      <p:sp>
        <p:nvSpPr>
          <p:cNvPr id="32" name="流程图: 过程 31"/>
          <p:cNvSpPr/>
          <p:nvPr/>
        </p:nvSpPr>
        <p:spPr>
          <a:xfrm>
            <a:off x="0" y="339634"/>
            <a:ext cx="1994263" cy="590024"/>
          </a:xfrm>
          <a:prstGeom prst="flowChart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b="1" dirty="0">
                <a:cs typeface="+mn-ea"/>
                <a:sym typeface="+mn-lt"/>
              </a:rPr>
              <a:t>일본 유학</a:t>
            </a: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19234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4" y="1123952"/>
            <a:ext cx="10850565" cy="5019673"/>
            <a:chOff x="669924" y="1123952"/>
            <a:chExt cx="10850565" cy="5019673"/>
          </a:xfrm>
        </p:grpSpPr>
        <p:sp>
          <p:nvSpPr>
            <p:cNvPr id="4" name="îS1ïḓe"/>
            <p:cNvSpPr/>
            <p:nvPr/>
          </p:nvSpPr>
          <p:spPr bwMode="auto">
            <a:xfrm>
              <a:off x="669924" y="1123952"/>
              <a:ext cx="4936225" cy="5019673"/>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9525">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solidFill>
                  <a:schemeClr val="lt1"/>
                </a:solidFill>
                <a:cs typeface="+mn-ea"/>
                <a:sym typeface="+mn-lt"/>
              </a:endParaRPr>
            </a:p>
          </p:txBody>
        </p:sp>
        <p:cxnSp>
          <p:nvCxnSpPr>
            <p:cNvPr id="5" name="直接连接符 4"/>
            <p:cNvCxnSpPr/>
            <p:nvPr/>
          </p:nvCxnSpPr>
          <p:spPr>
            <a:xfrm>
              <a:off x="6133725" y="1123952"/>
              <a:ext cx="0" cy="5019673"/>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6" name="ïšḷíďè"/>
            <p:cNvSpPr/>
            <p:nvPr/>
          </p:nvSpPr>
          <p:spPr bwMode="auto">
            <a:xfrm>
              <a:off x="6661301" y="1448999"/>
              <a:ext cx="4859188" cy="420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en-US" altLang="ko-KR" dirty="0">
                  <a:cs typeface="+mn-ea"/>
                  <a:sym typeface="+mn-lt"/>
                </a:rPr>
                <a:t>《</a:t>
              </a:r>
              <a:r>
                <a:rPr lang="ko-KR" altLang="en-US" dirty="0">
                  <a:cs typeface="+mn-ea"/>
                  <a:sym typeface="+mn-lt"/>
                </a:rPr>
                <a:t>새 명동</a:t>
              </a:r>
              <a:r>
                <a:rPr lang="en-US" altLang="ko-KR" dirty="0">
                  <a:cs typeface="+mn-ea"/>
                  <a:sym typeface="+mn-lt"/>
                </a:rPr>
                <a:t>》</a:t>
              </a:r>
            </a:p>
            <a:p>
              <a:pPr marL="171450" indent="-171450">
                <a:lnSpc>
                  <a:spcPct val="150000"/>
                </a:lnSpc>
                <a:buFont typeface="Arial" panose="020B0604020202020204" pitchFamily="34" charset="0"/>
                <a:buChar char="•"/>
              </a:pPr>
              <a:r>
                <a:rPr lang="en-US" altLang="ko-KR" dirty="0">
                  <a:cs typeface="+mn-ea"/>
                  <a:sym typeface="+mn-lt"/>
                </a:rPr>
                <a:t>《</a:t>
              </a:r>
              <a:r>
                <a:rPr lang="ko-KR" altLang="en-US" dirty="0">
                  <a:cs typeface="+mn-ea"/>
                  <a:sym typeface="+mn-lt"/>
                </a:rPr>
                <a:t>서시</a:t>
              </a:r>
              <a:r>
                <a:rPr lang="en-US" altLang="ko-KR" dirty="0">
                  <a:cs typeface="+mn-ea"/>
                  <a:sym typeface="+mn-lt"/>
                </a:rPr>
                <a:t>(</a:t>
              </a:r>
              <a:r>
                <a:rPr lang="ko-KR" altLang="en-US" dirty="0">
                  <a:cs typeface="+mn-ea"/>
                  <a:sym typeface="+mn-lt"/>
                </a:rPr>
                <a:t>序詩</a:t>
              </a:r>
              <a:r>
                <a:rPr lang="en-US" altLang="ko-KR" dirty="0">
                  <a:cs typeface="+mn-ea"/>
                  <a:sym typeface="+mn-lt"/>
                </a:rPr>
                <a:t>)》</a:t>
              </a:r>
            </a:p>
            <a:p>
              <a:pPr marL="171450" indent="-171450">
                <a:lnSpc>
                  <a:spcPct val="150000"/>
                </a:lnSpc>
                <a:buFont typeface="Arial" panose="020B0604020202020204" pitchFamily="34" charset="0"/>
                <a:buChar char="•"/>
              </a:pPr>
              <a:r>
                <a:rPr lang="en-US" altLang="ko-KR" dirty="0">
                  <a:cs typeface="+mn-ea"/>
                  <a:sym typeface="+mn-lt"/>
                </a:rPr>
                <a:t>《</a:t>
              </a:r>
              <a:r>
                <a:rPr lang="ko-KR" altLang="en-US" dirty="0">
                  <a:cs typeface="+mn-ea"/>
                  <a:sym typeface="+mn-lt"/>
                </a:rPr>
                <a:t>또 다른 고향</a:t>
              </a:r>
              <a:r>
                <a:rPr lang="en-US" altLang="ko-KR" dirty="0">
                  <a:cs typeface="+mn-ea"/>
                  <a:sym typeface="+mn-lt"/>
                </a:rPr>
                <a:t>》</a:t>
              </a:r>
            </a:p>
            <a:p>
              <a:pPr marL="171450" indent="-171450">
                <a:lnSpc>
                  <a:spcPct val="150000"/>
                </a:lnSpc>
                <a:buFont typeface="Arial" panose="020B0604020202020204" pitchFamily="34" charset="0"/>
                <a:buChar char="•"/>
              </a:pPr>
              <a:r>
                <a:rPr lang="en-US" altLang="ko-KR" dirty="0">
                  <a:cs typeface="+mn-ea"/>
                  <a:sym typeface="+mn-lt"/>
                </a:rPr>
                <a:t>《</a:t>
              </a:r>
              <a:r>
                <a:rPr lang="ko-KR" altLang="en-US" dirty="0">
                  <a:cs typeface="+mn-ea"/>
                  <a:sym typeface="+mn-lt"/>
                </a:rPr>
                <a:t>십자가</a:t>
              </a:r>
              <a:r>
                <a:rPr lang="en-US" altLang="ko-KR" dirty="0">
                  <a:cs typeface="+mn-ea"/>
                  <a:sym typeface="+mn-lt"/>
                </a:rPr>
                <a:t>》</a:t>
              </a:r>
            </a:p>
            <a:p>
              <a:pPr marL="171450" indent="-171450">
                <a:lnSpc>
                  <a:spcPct val="150000"/>
                </a:lnSpc>
                <a:buFont typeface="Arial" panose="020B0604020202020204" pitchFamily="34" charset="0"/>
                <a:buChar char="•"/>
              </a:pPr>
              <a:r>
                <a:rPr lang="en-US" altLang="ko-KR" dirty="0">
                  <a:cs typeface="+mn-ea"/>
                  <a:sym typeface="+mn-lt"/>
                </a:rPr>
                <a:t>《</a:t>
              </a:r>
              <a:r>
                <a:rPr lang="ko-KR" altLang="en-US" dirty="0">
                  <a:cs typeface="+mn-ea"/>
                  <a:sym typeface="+mn-lt"/>
                </a:rPr>
                <a:t>별 헤는 밤</a:t>
              </a:r>
              <a:r>
                <a:rPr lang="en-US" altLang="ko-KR" dirty="0">
                  <a:cs typeface="+mn-ea"/>
                  <a:sym typeface="+mn-lt"/>
                </a:rPr>
                <a:t>》</a:t>
              </a:r>
            </a:p>
            <a:p>
              <a:pPr marL="171450" indent="-171450">
                <a:lnSpc>
                  <a:spcPct val="150000"/>
                </a:lnSpc>
                <a:buFont typeface="Arial" panose="020B0604020202020204" pitchFamily="34" charset="0"/>
                <a:buChar char="•"/>
              </a:pPr>
              <a:r>
                <a:rPr lang="en-US" altLang="ko-KR" dirty="0">
                  <a:cs typeface="+mn-ea"/>
                  <a:sym typeface="+mn-lt"/>
                </a:rPr>
                <a:t>《</a:t>
              </a:r>
              <a:r>
                <a:rPr lang="ko-KR" altLang="en-US" dirty="0">
                  <a:cs typeface="+mn-ea"/>
                  <a:sym typeface="+mn-lt"/>
                </a:rPr>
                <a:t>하늘과 바람과 별과 시</a:t>
              </a:r>
              <a:r>
                <a:rPr lang="en-US" altLang="ko-KR" dirty="0">
                  <a:cs typeface="+mn-ea"/>
                  <a:sym typeface="+mn-lt"/>
                </a:rPr>
                <a:t>》 </a:t>
              </a:r>
            </a:p>
            <a:p>
              <a:pPr marL="171450" indent="-171450">
                <a:lnSpc>
                  <a:spcPct val="150000"/>
                </a:lnSpc>
                <a:buFont typeface="Arial" panose="020B0604020202020204" pitchFamily="34" charset="0"/>
                <a:buChar char="•"/>
              </a:pPr>
              <a:r>
                <a:rPr lang="en-US" altLang="ko-KR" dirty="0">
                  <a:cs typeface="+mn-ea"/>
                  <a:sym typeface="+mn-lt"/>
                </a:rPr>
                <a:t>《</a:t>
              </a:r>
              <a:r>
                <a:rPr lang="ko-KR" altLang="en-US" dirty="0">
                  <a:cs typeface="+mn-ea"/>
                  <a:sym typeface="+mn-lt"/>
                </a:rPr>
                <a:t>사진판 윤동주 자필 시고전집</a:t>
              </a:r>
              <a:r>
                <a:rPr lang="en-US" altLang="ko-KR" dirty="0">
                  <a:cs typeface="+mn-ea"/>
                  <a:sym typeface="+mn-lt"/>
                </a:rPr>
                <a:t>》</a:t>
              </a:r>
            </a:p>
            <a:p>
              <a:pPr marL="171450" indent="-171450">
                <a:lnSpc>
                  <a:spcPct val="150000"/>
                </a:lnSpc>
                <a:buFont typeface="Arial" panose="020B0604020202020204" pitchFamily="34" charset="0"/>
                <a:buChar char="•"/>
              </a:pPr>
              <a:r>
                <a:rPr lang="en-US" altLang="ko-KR" dirty="0">
                  <a:cs typeface="+mn-ea"/>
                  <a:sym typeface="+mn-lt"/>
                </a:rPr>
                <a:t>《</a:t>
              </a:r>
              <a:r>
                <a:rPr lang="ko-KR" altLang="en-US" dirty="0">
                  <a:cs typeface="+mn-ea"/>
                  <a:sym typeface="+mn-lt"/>
                </a:rPr>
                <a:t>별을 사랑하는 아이들아</a:t>
              </a:r>
              <a:r>
                <a:rPr lang="en-US" altLang="ko-KR" dirty="0">
                  <a:cs typeface="+mn-ea"/>
                  <a:sym typeface="+mn-lt"/>
                </a:rPr>
                <a:t>》</a:t>
              </a:r>
              <a:endParaRPr lang="en-US" altLang="zh-CN" dirty="0">
                <a:cs typeface="+mn-ea"/>
                <a:sym typeface="+mn-lt"/>
              </a:endParaRPr>
            </a:p>
          </p:txBody>
        </p:sp>
      </p:grpSp>
      <p:sp>
        <p:nvSpPr>
          <p:cNvPr id="18" name="矩形 17"/>
          <p:cNvSpPr/>
          <p:nvPr/>
        </p:nvSpPr>
        <p:spPr>
          <a:xfrm>
            <a:off x="0" y="444137"/>
            <a:ext cx="2086338" cy="60089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流程图: 过程 18"/>
          <p:cNvSpPr/>
          <p:nvPr/>
        </p:nvSpPr>
        <p:spPr>
          <a:xfrm>
            <a:off x="0" y="339634"/>
            <a:ext cx="1994263" cy="590024"/>
          </a:xfrm>
          <a:prstGeom prst="flowChart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b="1" dirty="0">
                <a:cs typeface="+mn-ea"/>
                <a:sym typeface="+mn-lt"/>
              </a:rPr>
              <a:t>작품</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24430" y="2165350"/>
            <a:ext cx="4556760" cy="803910"/>
          </a:xfrm>
        </p:spPr>
        <p:txBody>
          <a:bodyPr>
            <a:normAutofit/>
          </a:bodyPr>
          <a:lstStyle/>
          <a:p>
            <a:pPr marL="360045"/>
            <a:r>
              <a:rPr lang="ko-KR" altLang="en-US" sz="3600" dirty="0">
                <a:latin typeface="+mn-lt"/>
                <a:ea typeface="+mn-ea"/>
                <a:cs typeface="+mn-ea"/>
                <a:sym typeface="+mn-lt"/>
              </a:rPr>
              <a:t>전쟁시기</a:t>
            </a:r>
          </a:p>
        </p:txBody>
      </p:sp>
      <p:sp>
        <p:nvSpPr>
          <p:cNvPr id="3" name="文本占位符 2"/>
          <p:cNvSpPr>
            <a:spLocks noGrp="1"/>
          </p:cNvSpPr>
          <p:nvPr>
            <p:ph type="body" idx="1"/>
          </p:nvPr>
        </p:nvSpPr>
        <p:spPr>
          <a:xfrm>
            <a:off x="669924" y="3024112"/>
            <a:ext cx="7595187" cy="1082874"/>
          </a:xfrm>
        </p:spPr>
        <p:txBody>
          <a:bodyPr/>
          <a:lstStyle/>
          <a:p>
            <a:pPr lvl="0">
              <a:lnSpc>
                <a:spcPct val="100000"/>
              </a:lnSpc>
              <a:spcBef>
                <a:spcPts val="1000"/>
              </a:spcBef>
            </a:pPr>
            <a:r>
              <a:rPr lang="en-US" altLang="zh-CN" dirty="0">
                <a:cs typeface="+mn-ea"/>
                <a:sym typeface="+mn-lt"/>
              </a:rPr>
              <a:t>.</a:t>
            </a:r>
            <a:endParaRPr lang="zh-CN" altLang="en-US" dirty="0">
              <a:cs typeface="+mn-ea"/>
              <a:sym typeface="+mn-lt"/>
            </a:endParaRPr>
          </a:p>
        </p:txBody>
      </p:sp>
      <p:pic>
        <p:nvPicPr>
          <p:cNvPr id="8" name="图片占位符 7" descr="C:\Users\64956\Desktop\t01429b8e4c2e4d1796.jpgt01429b8e4c2e4d1796"/>
          <p:cNvPicPr>
            <a:picLocks noGrp="1" noChangeAspect="1"/>
          </p:cNvPicPr>
          <p:nvPr>
            <p:ph type="pic" sz="quarter" idx="10"/>
          </p:nvPr>
        </p:nvPicPr>
        <p:blipFill>
          <a:blip r:embed="rId2"/>
          <a:srcRect/>
          <a:stretch>
            <a:fillRect/>
          </a:stretch>
        </p:blipFill>
        <p:spPr>
          <a:xfrm>
            <a:off x="9203690" y="2176780"/>
            <a:ext cx="1499235" cy="1936115"/>
          </a:xfrm>
        </p:spPr>
      </p:pic>
      <p:sp>
        <p:nvSpPr>
          <p:cNvPr id="5" name="文本框 4"/>
          <p:cNvSpPr txBox="1"/>
          <p:nvPr/>
        </p:nvSpPr>
        <p:spPr>
          <a:xfrm>
            <a:off x="7167105" y="2091203"/>
            <a:ext cx="1023516" cy="889909"/>
          </a:xfrm>
          <a:prstGeom prst="rect">
            <a:avLst/>
          </a:prstGeom>
          <a:noFill/>
          <a:ln w="117475">
            <a:noFill/>
          </a:ln>
        </p:spPr>
        <p:txBody>
          <a:bodyPr wrap="none" rtlCol="0">
            <a:prstTxWarp prst="textPlain">
              <a:avLst/>
            </a:prstTxWarp>
            <a:spAutoFit/>
          </a:bodyPr>
          <a:lstStyle/>
          <a:p>
            <a:r>
              <a:rPr lang="en-US" altLang="zh-CN" spc="100" dirty="0">
                <a:solidFill>
                  <a:schemeClr val="accent1"/>
                </a:solidFill>
                <a:cs typeface="+mn-ea"/>
                <a:sym typeface="+mn-lt"/>
              </a:rPr>
              <a:t>/04</a:t>
            </a:r>
            <a:endParaRPr lang="zh-CN" altLang="en-US" spc="100" dirty="0">
              <a:solidFill>
                <a:schemeClr val="accent1"/>
              </a:solidFill>
              <a:cs typeface="+mn-ea"/>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24430" y="2165350"/>
            <a:ext cx="4556760" cy="803910"/>
          </a:xfrm>
        </p:spPr>
        <p:txBody>
          <a:bodyPr>
            <a:normAutofit/>
          </a:bodyPr>
          <a:lstStyle/>
          <a:p>
            <a:pPr marL="360045"/>
            <a:r>
              <a:rPr lang="ko-KR" altLang="en-US" sz="3600" dirty="0">
                <a:latin typeface="+mn-lt"/>
                <a:ea typeface="+mn-ea"/>
                <a:cs typeface="+mn-ea"/>
                <a:sym typeface="+mn-lt"/>
              </a:rPr>
              <a:t>시를 소개</a:t>
            </a:r>
          </a:p>
        </p:txBody>
      </p:sp>
      <p:sp>
        <p:nvSpPr>
          <p:cNvPr id="3" name="文本占位符 2"/>
          <p:cNvSpPr>
            <a:spLocks noGrp="1"/>
          </p:cNvSpPr>
          <p:nvPr>
            <p:ph type="body" idx="1"/>
          </p:nvPr>
        </p:nvSpPr>
        <p:spPr>
          <a:xfrm>
            <a:off x="669924" y="3024112"/>
            <a:ext cx="7595187" cy="1082874"/>
          </a:xfrm>
        </p:spPr>
        <p:txBody>
          <a:bodyPr/>
          <a:lstStyle/>
          <a:p>
            <a:pPr lvl="0">
              <a:lnSpc>
                <a:spcPct val="100000"/>
              </a:lnSpc>
              <a:spcBef>
                <a:spcPts val="1000"/>
              </a:spcBef>
            </a:pPr>
            <a:r>
              <a:rPr lang="en-US" altLang="zh-CN" dirty="0">
                <a:cs typeface="+mn-ea"/>
                <a:sym typeface="+mn-lt"/>
              </a:rPr>
              <a:t>.</a:t>
            </a:r>
            <a:endParaRPr lang="zh-CN" altLang="en-US" dirty="0">
              <a:cs typeface="+mn-ea"/>
              <a:sym typeface="+mn-lt"/>
            </a:endParaRPr>
          </a:p>
        </p:txBody>
      </p:sp>
      <p:pic>
        <p:nvPicPr>
          <p:cNvPr id="8" name="图片占位符 7" descr="C:\Users\64956\Desktop\t01429b8e4c2e4d1796.jpgt01429b8e4c2e4d1796"/>
          <p:cNvPicPr>
            <a:picLocks noGrp="1" noChangeAspect="1"/>
          </p:cNvPicPr>
          <p:nvPr>
            <p:ph type="pic" sz="quarter" idx="10"/>
          </p:nvPr>
        </p:nvPicPr>
        <p:blipFill>
          <a:blip r:embed="rId2"/>
          <a:srcRect/>
          <a:stretch>
            <a:fillRect/>
          </a:stretch>
        </p:blipFill>
        <p:spPr>
          <a:xfrm>
            <a:off x="9203690" y="2176780"/>
            <a:ext cx="1499235" cy="1936115"/>
          </a:xfrm>
        </p:spPr>
      </p:pic>
      <p:sp>
        <p:nvSpPr>
          <p:cNvPr id="5" name="文本框 4"/>
          <p:cNvSpPr txBox="1"/>
          <p:nvPr/>
        </p:nvSpPr>
        <p:spPr>
          <a:xfrm>
            <a:off x="7167105" y="2091203"/>
            <a:ext cx="1023516" cy="889909"/>
          </a:xfrm>
          <a:prstGeom prst="rect">
            <a:avLst/>
          </a:prstGeom>
          <a:noFill/>
          <a:ln w="117475">
            <a:noFill/>
          </a:ln>
        </p:spPr>
        <p:txBody>
          <a:bodyPr wrap="none" rtlCol="0">
            <a:prstTxWarp prst="textPlain">
              <a:avLst/>
            </a:prstTxWarp>
            <a:spAutoFit/>
          </a:bodyPr>
          <a:lstStyle/>
          <a:p>
            <a:r>
              <a:rPr lang="en-US" altLang="zh-CN" spc="100" dirty="0">
                <a:solidFill>
                  <a:schemeClr val="accent1"/>
                </a:solidFill>
                <a:cs typeface="+mn-ea"/>
                <a:sym typeface="+mn-lt"/>
              </a:rPr>
              <a:t>/05</a:t>
            </a:r>
            <a:endParaRPr lang="zh-CN" altLang="en-US" spc="100" dirty="0">
              <a:solidFill>
                <a:schemeClr val="accent1"/>
              </a:solidFill>
              <a:cs typeface="+mn-ea"/>
              <a:sym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4352308" y="444137"/>
            <a:ext cx="6096000" cy="6186309"/>
          </a:xfrm>
          <a:prstGeom prst="rect">
            <a:avLst/>
          </a:prstGeom>
        </p:spPr>
        <p:txBody>
          <a:bodyPr>
            <a:spAutoFit/>
          </a:bodyPr>
          <a:lstStyle/>
          <a:p>
            <a:br>
              <a:rPr lang="ko-KR" altLang="en-US" dirty="0">
                <a:cs typeface="+mn-ea"/>
                <a:sym typeface="+mn-lt"/>
              </a:rPr>
            </a:br>
            <a:r>
              <a:rPr lang="ko-KR" altLang="en-US" b="1" dirty="0">
                <a:cs typeface="+mn-ea"/>
                <a:sym typeface="+mn-lt"/>
              </a:rPr>
              <a:t>십자가</a:t>
            </a:r>
            <a:r>
              <a:rPr lang="en-US" altLang="ko-KR" b="1" dirty="0">
                <a:cs typeface="+mn-ea"/>
                <a:sym typeface="+mn-lt"/>
              </a:rPr>
              <a:t> </a:t>
            </a:r>
            <a:r>
              <a:rPr lang="en-US" altLang="ko-KR" dirty="0">
                <a:cs typeface="+mn-ea"/>
                <a:sym typeface="+mn-lt"/>
              </a:rPr>
              <a:t>— </a:t>
            </a:r>
            <a:r>
              <a:rPr lang="ko-KR" altLang="en-US" dirty="0">
                <a:cs typeface="+mn-ea"/>
                <a:sym typeface="+mn-lt"/>
              </a:rPr>
              <a:t>윤동주</a:t>
            </a:r>
            <a:br>
              <a:rPr lang="ko-KR" altLang="en-US" dirty="0">
                <a:cs typeface="+mn-ea"/>
                <a:sym typeface="+mn-lt"/>
              </a:rPr>
            </a:br>
            <a:br>
              <a:rPr lang="ko-KR" altLang="en-US" dirty="0">
                <a:cs typeface="+mn-ea"/>
                <a:sym typeface="+mn-lt"/>
              </a:rPr>
            </a:br>
            <a:r>
              <a:rPr lang="ko-KR" altLang="en-US" dirty="0">
                <a:cs typeface="+mn-ea"/>
                <a:sym typeface="+mn-lt"/>
              </a:rPr>
              <a:t>쫓아오던 햇빛인데</a:t>
            </a:r>
            <a:br>
              <a:rPr lang="ko-KR" altLang="en-US" dirty="0">
                <a:cs typeface="+mn-ea"/>
                <a:sym typeface="+mn-lt"/>
              </a:rPr>
            </a:br>
            <a:r>
              <a:rPr lang="ko-KR" altLang="en-US" dirty="0">
                <a:cs typeface="+mn-ea"/>
                <a:sym typeface="+mn-lt"/>
              </a:rPr>
              <a:t>지금 교회당 꼭대기</a:t>
            </a:r>
            <a:br>
              <a:rPr lang="ko-KR" altLang="en-US" dirty="0">
                <a:cs typeface="+mn-ea"/>
                <a:sym typeface="+mn-lt"/>
              </a:rPr>
            </a:br>
            <a:r>
              <a:rPr lang="ko-KR" altLang="en-US" dirty="0">
                <a:cs typeface="+mn-ea"/>
                <a:sym typeface="+mn-lt"/>
              </a:rPr>
              <a:t>십자가에 걸리었습니다</a:t>
            </a:r>
            <a:r>
              <a:rPr lang="en-US" altLang="ko-KR" dirty="0">
                <a:cs typeface="+mn-ea"/>
                <a:sym typeface="+mn-lt"/>
              </a:rPr>
              <a:t>.</a:t>
            </a:r>
            <a:br>
              <a:rPr lang="en-US" altLang="ko-KR" dirty="0">
                <a:cs typeface="+mn-ea"/>
                <a:sym typeface="+mn-lt"/>
              </a:rPr>
            </a:br>
            <a:br>
              <a:rPr lang="en-US" altLang="ko-KR" dirty="0">
                <a:cs typeface="+mn-ea"/>
                <a:sym typeface="+mn-lt"/>
              </a:rPr>
            </a:br>
            <a:r>
              <a:rPr lang="ko-KR" altLang="en-US" dirty="0">
                <a:cs typeface="+mn-ea"/>
                <a:sym typeface="+mn-lt"/>
              </a:rPr>
              <a:t>첨탑이 저렇게도 높은데</a:t>
            </a:r>
            <a:br>
              <a:rPr lang="ko-KR" altLang="en-US" dirty="0">
                <a:cs typeface="+mn-ea"/>
                <a:sym typeface="+mn-lt"/>
              </a:rPr>
            </a:br>
            <a:r>
              <a:rPr lang="ko-KR" altLang="en-US" dirty="0">
                <a:cs typeface="+mn-ea"/>
                <a:sym typeface="+mn-lt"/>
              </a:rPr>
              <a:t>어떻게 올라갈 수 있을까요</a:t>
            </a:r>
            <a:br>
              <a:rPr lang="ko-KR" altLang="en-US" dirty="0">
                <a:cs typeface="+mn-ea"/>
                <a:sym typeface="+mn-lt"/>
              </a:rPr>
            </a:br>
            <a:br>
              <a:rPr lang="ko-KR" altLang="en-US" dirty="0">
                <a:cs typeface="+mn-ea"/>
                <a:sym typeface="+mn-lt"/>
              </a:rPr>
            </a:br>
            <a:r>
              <a:rPr lang="ko-KR" altLang="en-US" dirty="0">
                <a:cs typeface="+mn-ea"/>
                <a:sym typeface="+mn-lt"/>
              </a:rPr>
              <a:t>종소리도 들려오지 않는데</a:t>
            </a:r>
            <a:br>
              <a:rPr lang="ko-KR" altLang="en-US" dirty="0">
                <a:cs typeface="+mn-ea"/>
                <a:sym typeface="+mn-lt"/>
              </a:rPr>
            </a:br>
            <a:r>
              <a:rPr lang="ko-KR" altLang="en-US" dirty="0">
                <a:cs typeface="+mn-ea"/>
                <a:sym typeface="+mn-lt"/>
              </a:rPr>
              <a:t>휘파람이나 불며 서성거리다가</a:t>
            </a:r>
            <a:br>
              <a:rPr lang="ko-KR" altLang="en-US" dirty="0">
                <a:cs typeface="+mn-ea"/>
                <a:sym typeface="+mn-lt"/>
              </a:rPr>
            </a:br>
            <a:br>
              <a:rPr lang="ko-KR" altLang="en-US" dirty="0">
                <a:cs typeface="+mn-ea"/>
                <a:sym typeface="+mn-lt"/>
              </a:rPr>
            </a:br>
            <a:r>
              <a:rPr lang="ko-KR" altLang="en-US" dirty="0">
                <a:cs typeface="+mn-ea"/>
                <a:sym typeface="+mn-lt"/>
              </a:rPr>
              <a:t>괴로웠던 사나이</a:t>
            </a:r>
            <a:br>
              <a:rPr lang="ko-KR" altLang="en-US" dirty="0">
                <a:cs typeface="+mn-ea"/>
                <a:sym typeface="+mn-lt"/>
              </a:rPr>
            </a:br>
            <a:r>
              <a:rPr lang="ko-KR" altLang="en-US" dirty="0">
                <a:cs typeface="+mn-ea"/>
                <a:sym typeface="+mn-lt"/>
              </a:rPr>
              <a:t>행복한 예수 그리스도에게</a:t>
            </a:r>
            <a:br>
              <a:rPr lang="ko-KR" altLang="en-US" dirty="0">
                <a:cs typeface="+mn-ea"/>
                <a:sym typeface="+mn-lt"/>
              </a:rPr>
            </a:br>
            <a:r>
              <a:rPr lang="ko-KR" altLang="en-US" dirty="0">
                <a:cs typeface="+mn-ea"/>
                <a:sym typeface="+mn-lt"/>
              </a:rPr>
              <a:t>처럼</a:t>
            </a:r>
            <a:br>
              <a:rPr lang="ko-KR" altLang="en-US" dirty="0">
                <a:cs typeface="+mn-ea"/>
                <a:sym typeface="+mn-lt"/>
              </a:rPr>
            </a:br>
            <a:r>
              <a:rPr lang="ko-KR" altLang="en-US" dirty="0">
                <a:cs typeface="+mn-ea"/>
                <a:sym typeface="+mn-lt"/>
              </a:rPr>
              <a:t>십자가가 허락된다면</a:t>
            </a:r>
            <a:endParaRPr lang="en-US" altLang="ko-KR" dirty="0">
              <a:cs typeface="+mn-ea"/>
              <a:sym typeface="+mn-lt"/>
            </a:endParaRPr>
          </a:p>
          <a:p>
            <a:br>
              <a:rPr lang="ko-KR" altLang="en-US" dirty="0">
                <a:cs typeface="+mn-ea"/>
                <a:sym typeface="+mn-lt"/>
              </a:rPr>
            </a:br>
            <a:r>
              <a:rPr lang="ko-KR" altLang="en-US" dirty="0">
                <a:cs typeface="+mn-ea"/>
                <a:sym typeface="+mn-lt"/>
              </a:rPr>
              <a:t>모가지를 드리우고</a:t>
            </a:r>
            <a:br>
              <a:rPr lang="ko-KR" altLang="en-US" dirty="0">
                <a:cs typeface="+mn-ea"/>
                <a:sym typeface="+mn-lt"/>
              </a:rPr>
            </a:br>
            <a:r>
              <a:rPr lang="ko-KR" altLang="en-US" dirty="0">
                <a:cs typeface="+mn-ea"/>
                <a:sym typeface="+mn-lt"/>
              </a:rPr>
              <a:t>꽃처럼 피어나는 피를</a:t>
            </a:r>
            <a:br>
              <a:rPr lang="ko-KR" altLang="en-US" dirty="0">
                <a:cs typeface="+mn-ea"/>
                <a:sym typeface="+mn-lt"/>
              </a:rPr>
            </a:br>
            <a:r>
              <a:rPr lang="ko-KR" altLang="en-US" dirty="0">
                <a:cs typeface="+mn-ea"/>
                <a:sym typeface="+mn-lt"/>
              </a:rPr>
              <a:t>어두워가는 하늘 밑에</a:t>
            </a:r>
            <a:br>
              <a:rPr lang="ko-KR" altLang="en-US" dirty="0">
                <a:cs typeface="+mn-ea"/>
                <a:sym typeface="+mn-lt"/>
              </a:rPr>
            </a:br>
            <a:r>
              <a:rPr lang="ko-KR" altLang="en-US" dirty="0">
                <a:cs typeface="+mn-ea"/>
                <a:sym typeface="+mn-lt"/>
              </a:rPr>
              <a:t>조용히 흘리겠습니다</a:t>
            </a:r>
            <a:endParaRPr lang="en-US" altLang="zh-CN" dirty="0">
              <a:cs typeface="+mn-ea"/>
              <a:sym typeface="+mn-lt"/>
            </a:endParaRPr>
          </a:p>
        </p:txBody>
      </p:sp>
      <p:sp>
        <p:nvSpPr>
          <p:cNvPr id="8" name="矩形 7">
            <a:extLst>
              <a:ext uri="{FF2B5EF4-FFF2-40B4-BE49-F238E27FC236}">
                <a16:creationId xmlns:a16="http://schemas.microsoft.com/office/drawing/2014/main" id="{B55C68FE-F681-4236-AA9E-FD3521089E65}"/>
              </a:ext>
            </a:extLst>
          </p:cNvPr>
          <p:cNvSpPr/>
          <p:nvPr/>
        </p:nvSpPr>
        <p:spPr>
          <a:xfrm>
            <a:off x="0" y="444137"/>
            <a:ext cx="2086338" cy="60089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流程图: 过程 8">
            <a:extLst>
              <a:ext uri="{FF2B5EF4-FFF2-40B4-BE49-F238E27FC236}">
                <a16:creationId xmlns:a16="http://schemas.microsoft.com/office/drawing/2014/main" id="{A2A3513E-3A1F-4B1D-80CA-5D2A1BFF78F9}"/>
              </a:ext>
            </a:extLst>
          </p:cNvPr>
          <p:cNvSpPr/>
          <p:nvPr/>
        </p:nvSpPr>
        <p:spPr>
          <a:xfrm>
            <a:off x="0" y="339634"/>
            <a:ext cx="1994263" cy="590024"/>
          </a:xfrm>
          <a:prstGeom prst="flowChart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b="1" dirty="0">
                <a:cs typeface="+mn-ea"/>
                <a:sym typeface="+mn-lt"/>
              </a:rPr>
              <a:t>시를 소개</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1079545" y="2134418"/>
            <a:ext cx="10032910" cy="3534863"/>
          </a:xfrm>
        </p:spPr>
        <p:txBody>
          <a:bodyPr/>
          <a:lstStyle/>
          <a:p>
            <a:r>
              <a:rPr lang="zh-CN" altLang="en-US" dirty="0">
                <a:cs typeface="+mn-ea"/>
                <a:sym typeface="+mn-lt"/>
              </a:rPr>
              <a:t>유고 시집 『하늘과 바람과 별과 시』(1948)에 수록된 윤동주의 시 작품.</a:t>
            </a:r>
          </a:p>
          <a:p>
            <a:pPr marL="0" indent="0">
              <a:buNone/>
            </a:pPr>
            <a:endParaRPr lang="en-US" altLang="zh-CN" dirty="0">
              <a:cs typeface="+mn-ea"/>
              <a:sym typeface="+mn-lt"/>
            </a:endParaRPr>
          </a:p>
          <a:p>
            <a:pPr marL="0" indent="0">
              <a:buNone/>
            </a:pPr>
            <a:endParaRPr lang="zh-CN" altLang="en-US" dirty="0">
              <a:cs typeface="+mn-ea"/>
              <a:sym typeface="+mn-lt"/>
            </a:endParaRPr>
          </a:p>
          <a:p>
            <a:r>
              <a:rPr lang="zh-CN" altLang="en-US" dirty="0">
                <a:cs typeface="+mn-ea"/>
                <a:sym typeface="+mn-lt"/>
              </a:rPr>
              <a:t> 어두운 현실을 자기 희생을 통해서 밝히고자 하는 순교자적 자세가 상징적으로 형상화된 작품이다.</a:t>
            </a:r>
          </a:p>
          <a:p>
            <a:endParaRPr lang="en-US" altLang="zh-CN" dirty="0">
              <a:cs typeface="+mn-ea"/>
              <a:sym typeface="+mn-lt"/>
            </a:endParaRPr>
          </a:p>
          <a:p>
            <a:endParaRPr lang="zh-CN" altLang="en-US" dirty="0">
              <a:cs typeface="+mn-ea"/>
              <a:sym typeface="+mn-lt"/>
            </a:endParaRPr>
          </a:p>
          <a:p>
            <a:r>
              <a:rPr lang="zh-CN" altLang="en-US" dirty="0">
                <a:cs typeface="+mn-ea"/>
                <a:sym typeface="+mn-lt"/>
              </a:rPr>
              <a:t>이 시에서 주목되는 시어는 중심 소재인 ‘십자가’다</a:t>
            </a:r>
          </a:p>
        </p:txBody>
      </p:sp>
      <p:sp>
        <p:nvSpPr>
          <p:cNvPr id="6" name="矩形 5">
            <a:extLst>
              <a:ext uri="{FF2B5EF4-FFF2-40B4-BE49-F238E27FC236}">
                <a16:creationId xmlns:a16="http://schemas.microsoft.com/office/drawing/2014/main" id="{C850DC0C-8A56-410C-8912-E9A66B081A8C}"/>
              </a:ext>
            </a:extLst>
          </p:cNvPr>
          <p:cNvSpPr/>
          <p:nvPr/>
        </p:nvSpPr>
        <p:spPr>
          <a:xfrm>
            <a:off x="0" y="444137"/>
            <a:ext cx="2086338" cy="60089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流程图: 过程 6">
            <a:extLst>
              <a:ext uri="{FF2B5EF4-FFF2-40B4-BE49-F238E27FC236}">
                <a16:creationId xmlns:a16="http://schemas.microsoft.com/office/drawing/2014/main" id="{2934E936-8915-47EA-979A-32D1AEC6FBB3}"/>
              </a:ext>
            </a:extLst>
          </p:cNvPr>
          <p:cNvSpPr/>
          <p:nvPr/>
        </p:nvSpPr>
        <p:spPr>
          <a:xfrm>
            <a:off x="0" y="339634"/>
            <a:ext cx="1994263" cy="590024"/>
          </a:xfrm>
          <a:prstGeom prst="flowChart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b="1" dirty="0">
                <a:cs typeface="+mn-ea"/>
                <a:sym typeface="+mn-lt"/>
              </a:rPr>
              <a:t>십자가</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ea typeface="+mn-ea"/>
                <a:cs typeface="+mn-ea"/>
                <a:sym typeface="+mn-lt"/>
              </a:rPr>
              <a:t>‘절망 속에서 꽃을 피우다.’</a:t>
            </a:r>
          </a:p>
        </p:txBody>
      </p:sp>
      <p:sp>
        <p:nvSpPr>
          <p:cNvPr id="5" name="内容占位符 4"/>
          <p:cNvSpPr>
            <a:spLocks noGrp="1"/>
          </p:cNvSpPr>
          <p:nvPr>
            <p:ph idx="1"/>
          </p:nvPr>
        </p:nvSpPr>
        <p:spPr>
          <a:xfrm>
            <a:off x="952476" y="1132659"/>
            <a:ext cx="10850563" cy="5019675"/>
          </a:xfrm>
        </p:spPr>
        <p:txBody>
          <a:bodyPr/>
          <a:lstStyle/>
          <a:p>
            <a:endParaRPr lang="zh-CN" altLang="en-US" dirty="0">
              <a:latin typeface="+mn-ea"/>
              <a:cs typeface="+mn-ea"/>
              <a:sym typeface="+mn-lt"/>
            </a:endParaRPr>
          </a:p>
          <a:p>
            <a:pPr marL="0" indent="0">
              <a:buNone/>
            </a:pPr>
            <a:r>
              <a:rPr lang="ko-KR" altLang="zh-CN" dirty="0">
                <a:latin typeface="+mn-ea"/>
                <a:cs typeface="+mn-ea"/>
                <a:sym typeface="+mn-lt"/>
              </a:rPr>
              <a:t>제</a:t>
            </a:r>
            <a:r>
              <a:rPr lang="en-US" altLang="ko-KR" dirty="0">
                <a:latin typeface="+mn-ea"/>
                <a:cs typeface="+mn-ea"/>
                <a:sym typeface="+mn-lt"/>
              </a:rPr>
              <a:t>1</a:t>
            </a:r>
            <a:r>
              <a:rPr lang="ko-KR" altLang="en-US" dirty="0">
                <a:latin typeface="+mn-ea"/>
                <a:cs typeface="+mn-ea"/>
                <a:sym typeface="+mn-lt"/>
              </a:rPr>
              <a:t>련</a:t>
            </a:r>
            <a:r>
              <a:rPr lang="en-US" altLang="ko-KR" dirty="0">
                <a:latin typeface="+mn-ea"/>
                <a:cs typeface="+mn-ea"/>
                <a:sym typeface="+mn-lt"/>
              </a:rPr>
              <a:t>:</a:t>
            </a:r>
          </a:p>
          <a:p>
            <a:endParaRPr lang="en-US" altLang="ko-KR" dirty="0">
              <a:latin typeface="+mn-ea"/>
              <a:cs typeface="+mn-ea"/>
              <a:sym typeface="+mn-lt"/>
            </a:endParaRPr>
          </a:p>
          <a:p>
            <a:endParaRPr lang="en-US" altLang="ko-KR" dirty="0">
              <a:latin typeface="+mn-ea"/>
              <a:cs typeface="+mn-ea"/>
              <a:sym typeface="+mn-lt"/>
            </a:endParaRPr>
          </a:p>
          <a:p>
            <a:pPr marL="0" indent="0">
              <a:buNone/>
            </a:pPr>
            <a:r>
              <a:rPr lang="ko-KR" altLang="en-US" dirty="0">
                <a:latin typeface="+mn-ea"/>
                <a:cs typeface="+mn-ea"/>
                <a:sym typeface="+mn-lt"/>
              </a:rPr>
              <a:t>제</a:t>
            </a:r>
            <a:r>
              <a:rPr lang="en-US" altLang="ko-KR" dirty="0">
                <a:latin typeface="+mn-ea"/>
                <a:cs typeface="+mn-ea"/>
                <a:sym typeface="+mn-lt"/>
              </a:rPr>
              <a:t>2,3</a:t>
            </a:r>
            <a:r>
              <a:rPr lang="ko-KR" altLang="en-US" dirty="0">
                <a:latin typeface="+mn-ea"/>
                <a:cs typeface="+mn-ea"/>
                <a:sym typeface="+mn-lt"/>
              </a:rPr>
              <a:t>련</a:t>
            </a:r>
          </a:p>
          <a:p>
            <a:endParaRPr lang="ko-KR" altLang="en-US" dirty="0">
              <a:latin typeface="+mn-ea"/>
              <a:cs typeface="+mn-ea"/>
              <a:sym typeface="+mn-lt"/>
            </a:endParaRPr>
          </a:p>
          <a:p>
            <a:endParaRPr lang="ko-KR" altLang="en-US" dirty="0">
              <a:latin typeface="+mn-ea"/>
              <a:cs typeface="+mn-ea"/>
              <a:sym typeface="+mn-lt"/>
            </a:endParaRPr>
          </a:p>
          <a:p>
            <a:endParaRPr lang="ko-KR" altLang="en-US" dirty="0">
              <a:latin typeface="+mn-ea"/>
              <a:cs typeface="+mn-ea"/>
              <a:sym typeface="+mn-lt"/>
            </a:endParaRPr>
          </a:p>
        </p:txBody>
      </p:sp>
      <p:pic>
        <p:nvPicPr>
          <p:cNvPr id="6" name="图片 5" descr="윤동주(내지)36"/>
          <p:cNvPicPr>
            <a:picLocks noChangeAspect="1"/>
          </p:cNvPicPr>
          <p:nvPr/>
        </p:nvPicPr>
        <p:blipFill rotWithShape="1">
          <a:blip r:embed="rId2"/>
          <a:srcRect l="847" t="14750" r="933" b="22324"/>
          <a:stretch/>
        </p:blipFill>
        <p:spPr>
          <a:xfrm>
            <a:off x="6565447" y="1028701"/>
            <a:ext cx="5133340" cy="4605746"/>
          </a:xfrm>
          <a:prstGeom prst="rect">
            <a:avLst/>
          </a:prstGeom>
        </p:spPr>
      </p:pic>
      <p:sp>
        <p:nvSpPr>
          <p:cNvPr id="7" name="文本框 6"/>
          <p:cNvSpPr txBox="1"/>
          <p:nvPr/>
        </p:nvSpPr>
        <p:spPr>
          <a:xfrm>
            <a:off x="2056764" y="1478008"/>
            <a:ext cx="4528820" cy="583565"/>
          </a:xfrm>
          <a:prstGeom prst="rect">
            <a:avLst/>
          </a:prstGeom>
          <a:noFill/>
        </p:spPr>
        <p:txBody>
          <a:bodyPr wrap="square" rtlCol="0">
            <a:spAutoFit/>
          </a:bodyPr>
          <a:lstStyle/>
          <a:p>
            <a:r>
              <a:rPr lang="zh-CN" altLang="en-US" sz="1600" dirty="0">
                <a:cs typeface="+mn-ea"/>
                <a:sym typeface="+mn-lt"/>
              </a:rPr>
              <a:t>‘햇빛’은 시적 화자의 이상이나 희망을, ‘십자가’는 삶의 목표를 상징한다</a:t>
            </a:r>
          </a:p>
        </p:txBody>
      </p:sp>
      <p:sp>
        <p:nvSpPr>
          <p:cNvPr id="8" name="文本框 7"/>
          <p:cNvSpPr txBox="1"/>
          <p:nvPr/>
        </p:nvSpPr>
        <p:spPr>
          <a:xfrm>
            <a:off x="2056764" y="2728776"/>
            <a:ext cx="4251325" cy="829945"/>
          </a:xfrm>
          <a:prstGeom prst="rect">
            <a:avLst/>
          </a:prstGeom>
          <a:noFill/>
        </p:spPr>
        <p:txBody>
          <a:bodyPr wrap="square" rtlCol="0">
            <a:spAutoFit/>
          </a:bodyPr>
          <a:lstStyle/>
          <a:p>
            <a:r>
              <a:rPr lang="zh-CN" altLang="en-US" sz="1600" dirty="0">
                <a:cs typeface="+mn-ea"/>
                <a:sym typeface="+mn-lt"/>
              </a:rPr>
              <a:t>삶의 목표와 거기에 도달할 수 없는 시적 화자의 거리감 혹은 의지와 실천의식의 괴리에서 오는 망설임과 고민이 나타나 있다.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cs typeface="+mn-ea"/>
                <a:sym typeface="+mn-lt"/>
              </a:rPr>
              <a:t>17</a:t>
            </a:fld>
            <a:endParaRPr lang="zh-CN" altLang="en-US">
              <a:cs typeface="+mn-ea"/>
              <a:sym typeface="+mn-lt"/>
            </a:endParaRPr>
          </a:p>
        </p:txBody>
      </p:sp>
      <p:pic>
        <p:nvPicPr>
          <p:cNvPr id="6" name="内容占位符 5" descr="윤동주(내지)37"/>
          <p:cNvPicPr>
            <a:picLocks noGrp="1" noChangeAspect="1"/>
          </p:cNvPicPr>
          <p:nvPr>
            <p:ph idx="1"/>
          </p:nvPr>
        </p:nvPicPr>
        <p:blipFill rotWithShape="1">
          <a:blip r:embed="rId2"/>
          <a:srcRect t="15534" r="3826" b="14753"/>
          <a:stretch/>
        </p:blipFill>
        <p:spPr>
          <a:xfrm>
            <a:off x="6381750" y="640080"/>
            <a:ext cx="5461635" cy="5647509"/>
          </a:xfrm>
          <a:prstGeom prst="rect">
            <a:avLst/>
          </a:prstGeom>
        </p:spPr>
      </p:pic>
      <p:sp>
        <p:nvSpPr>
          <p:cNvPr id="7" name="文本框 6"/>
          <p:cNvSpPr txBox="1"/>
          <p:nvPr/>
        </p:nvSpPr>
        <p:spPr>
          <a:xfrm>
            <a:off x="2482397" y="1494789"/>
            <a:ext cx="4459605" cy="645160"/>
          </a:xfrm>
          <a:prstGeom prst="rect">
            <a:avLst/>
          </a:prstGeom>
          <a:noFill/>
        </p:spPr>
        <p:txBody>
          <a:bodyPr wrap="square" rtlCol="0" anchor="t">
            <a:spAutoFit/>
          </a:bodyPr>
          <a:lstStyle/>
          <a:p>
            <a:r>
              <a:rPr lang="zh-CN" altLang="en-US" dirty="0">
                <a:cs typeface="+mn-ea"/>
                <a:sym typeface="+mn-lt"/>
              </a:rPr>
              <a:t>반전을 꾀하며 결의에 찬 속죄양 의식과 순절정신을 드러내고 있다.</a:t>
            </a:r>
          </a:p>
        </p:txBody>
      </p:sp>
      <p:sp>
        <p:nvSpPr>
          <p:cNvPr id="8" name="文本框 7"/>
          <p:cNvSpPr txBox="1"/>
          <p:nvPr/>
        </p:nvSpPr>
        <p:spPr>
          <a:xfrm>
            <a:off x="965788" y="1503498"/>
            <a:ext cx="1765935" cy="400110"/>
          </a:xfrm>
          <a:prstGeom prst="rect">
            <a:avLst/>
          </a:prstGeom>
          <a:noFill/>
        </p:spPr>
        <p:txBody>
          <a:bodyPr wrap="square" rtlCol="0">
            <a:spAutoFit/>
          </a:bodyPr>
          <a:lstStyle/>
          <a:p>
            <a:r>
              <a:rPr lang="ko-KR" altLang="zh-CN" sz="2000" dirty="0">
                <a:latin typeface="+mn-ea"/>
                <a:cs typeface="+mn-ea"/>
                <a:sym typeface="+mn-lt"/>
              </a:rPr>
              <a:t>제</a:t>
            </a:r>
            <a:r>
              <a:rPr lang="en-US" altLang="ko-KR" sz="2000" dirty="0">
                <a:latin typeface="+mn-ea"/>
                <a:cs typeface="+mn-ea"/>
                <a:sym typeface="+mn-lt"/>
              </a:rPr>
              <a:t>4,5</a:t>
            </a:r>
            <a:r>
              <a:rPr lang="ko-KR" altLang="en-US" sz="2000" dirty="0">
                <a:latin typeface="+mn-ea"/>
                <a:cs typeface="+mn-ea"/>
                <a:sym typeface="+mn-lt"/>
              </a:rPr>
              <a:t>련</a:t>
            </a:r>
            <a:endParaRPr lang="zh-CN" altLang="en-US" sz="2000" dirty="0">
              <a:latin typeface="+mn-ea"/>
              <a:cs typeface="+mn-ea"/>
              <a:sym typeface="+mn-lt"/>
            </a:endParaRPr>
          </a:p>
        </p:txBody>
      </p:sp>
      <p:sp>
        <p:nvSpPr>
          <p:cNvPr id="9" name="文本框 8"/>
          <p:cNvSpPr txBox="1"/>
          <p:nvPr/>
        </p:nvSpPr>
        <p:spPr>
          <a:xfrm>
            <a:off x="934720" y="2606040"/>
            <a:ext cx="5859780" cy="3415030"/>
          </a:xfrm>
          <a:prstGeom prst="rect">
            <a:avLst/>
          </a:prstGeom>
          <a:noFill/>
        </p:spPr>
        <p:txBody>
          <a:bodyPr wrap="square" rtlCol="0">
            <a:spAutoFit/>
          </a:bodyPr>
          <a:lstStyle/>
          <a:p>
            <a:pPr fontAlgn="auto">
              <a:lnSpc>
                <a:spcPct val="150000"/>
              </a:lnSpc>
              <a:spcBef>
                <a:spcPts val="600"/>
              </a:spcBef>
              <a:spcAft>
                <a:spcPts val="600"/>
              </a:spcAft>
            </a:pPr>
            <a:r>
              <a:rPr lang="zh-CN" altLang="en-US" dirty="0">
                <a:cs typeface="+mn-ea"/>
                <a:sym typeface="+mn-lt"/>
              </a:rPr>
              <a:t>윤동주 시 십자가는 순수한 청년의 마음이 잘 묻어나 있다.시대를 괴로워하는 청년은 십자가에 매달린 햇빛의 긴 그림자를 바라보며 꽃처럼 피어나는 저녁 노을을 피라 생각하며 어두 어가는 하늘 밑에 흘리고 있다고 생각한다.무엇을 괴로워했는지,무엇을 구원받고 싶었는지 십자가를 바라보며 예수의 진정한 사랑을 애처롭게 구애하고 있었기 때문에 꽃처럼 피어나는 피를 조용히 흘리었다고 믿어진다.</a:t>
            </a:r>
          </a:p>
        </p:txBody>
      </p:sp>
      <p:sp>
        <p:nvSpPr>
          <p:cNvPr id="11" name="标题 3">
            <a:extLst>
              <a:ext uri="{FF2B5EF4-FFF2-40B4-BE49-F238E27FC236}">
                <a16:creationId xmlns:a16="http://schemas.microsoft.com/office/drawing/2014/main" id="{984FC779-0DBA-471E-851A-3023A3317CD2}"/>
              </a:ext>
            </a:extLst>
          </p:cNvPr>
          <p:cNvSpPr>
            <a:spLocks noGrp="1"/>
          </p:cNvSpPr>
          <p:nvPr>
            <p:ph type="title"/>
          </p:nvPr>
        </p:nvSpPr>
        <p:spPr>
          <a:xfrm>
            <a:off x="669925" y="0"/>
            <a:ext cx="10850563" cy="1028700"/>
          </a:xfrm>
        </p:spPr>
        <p:txBody>
          <a:bodyPr/>
          <a:lstStyle/>
          <a:p>
            <a:r>
              <a:rPr lang="zh-CN" altLang="en-US" dirty="0">
                <a:latin typeface="+mn-lt"/>
                <a:ea typeface="+mn-ea"/>
                <a:cs typeface="+mn-ea"/>
                <a:sym typeface="+mn-lt"/>
              </a:rPr>
              <a:t>‘절망 속에서 꽃을 피우다.’</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861918" y="1609247"/>
            <a:ext cx="4460980" cy="5078313"/>
          </a:xfrm>
          <a:prstGeom prst="rect">
            <a:avLst/>
          </a:prstGeom>
        </p:spPr>
        <p:txBody>
          <a:bodyPr wrap="square">
            <a:spAutoFit/>
          </a:bodyPr>
          <a:lstStyle/>
          <a:p>
            <a:r>
              <a:rPr lang="ko-KR" altLang="en-US" dirty="0">
                <a:cs typeface="+mn-ea"/>
                <a:sym typeface="+mn-lt"/>
              </a:rPr>
              <a:t>별 헤는 밤 </a:t>
            </a:r>
            <a:r>
              <a:rPr lang="en-US" altLang="ko-KR" dirty="0">
                <a:cs typeface="+mn-ea"/>
                <a:sym typeface="+mn-lt"/>
              </a:rPr>
              <a:t>— </a:t>
            </a:r>
            <a:r>
              <a:rPr lang="ko-KR" altLang="en-US" dirty="0">
                <a:cs typeface="+mn-ea"/>
                <a:sym typeface="+mn-lt"/>
              </a:rPr>
              <a:t>윤동주</a:t>
            </a:r>
            <a:br>
              <a:rPr lang="ko-KR" altLang="en-US" dirty="0">
                <a:cs typeface="+mn-ea"/>
                <a:sym typeface="+mn-lt"/>
              </a:rPr>
            </a:br>
            <a:br>
              <a:rPr lang="ko-KR" altLang="en-US" dirty="0">
                <a:cs typeface="+mn-ea"/>
                <a:sym typeface="+mn-lt"/>
              </a:rPr>
            </a:br>
            <a:r>
              <a:rPr lang="ko-KR" altLang="en-US" dirty="0">
                <a:cs typeface="+mn-ea"/>
                <a:sym typeface="+mn-lt"/>
              </a:rPr>
              <a:t>계절이 지나가는 하늘에는</a:t>
            </a:r>
            <a:br>
              <a:rPr lang="ko-KR" altLang="en-US" dirty="0">
                <a:cs typeface="+mn-ea"/>
                <a:sym typeface="+mn-lt"/>
              </a:rPr>
            </a:br>
            <a:r>
              <a:rPr lang="ko-KR" altLang="en-US" dirty="0">
                <a:cs typeface="+mn-ea"/>
                <a:sym typeface="+mn-lt"/>
              </a:rPr>
              <a:t>가을로 </a:t>
            </a:r>
            <a:r>
              <a:rPr lang="ko-KR" altLang="en-US" dirty="0" err="1">
                <a:cs typeface="+mn-ea"/>
                <a:sym typeface="+mn-lt"/>
              </a:rPr>
              <a:t>가득차</a:t>
            </a:r>
            <a:r>
              <a:rPr lang="ko-KR" altLang="en-US" dirty="0">
                <a:cs typeface="+mn-ea"/>
                <a:sym typeface="+mn-lt"/>
              </a:rPr>
              <a:t> 있습니다</a:t>
            </a:r>
            <a:r>
              <a:rPr lang="en-US" altLang="ko-KR" dirty="0">
                <a:cs typeface="+mn-ea"/>
                <a:sym typeface="+mn-lt"/>
              </a:rPr>
              <a:t>.</a:t>
            </a:r>
            <a:br>
              <a:rPr lang="en-US" altLang="ko-KR" dirty="0">
                <a:cs typeface="+mn-ea"/>
                <a:sym typeface="+mn-lt"/>
              </a:rPr>
            </a:br>
            <a:r>
              <a:rPr lang="ko-KR" altLang="en-US" dirty="0">
                <a:cs typeface="+mn-ea"/>
                <a:sym typeface="+mn-lt"/>
              </a:rPr>
              <a:t>나는 아무 걱정도 없이</a:t>
            </a:r>
            <a:br>
              <a:rPr lang="ko-KR" altLang="en-US" dirty="0">
                <a:cs typeface="+mn-ea"/>
                <a:sym typeface="+mn-lt"/>
              </a:rPr>
            </a:br>
            <a:r>
              <a:rPr lang="ko-KR" altLang="en-US" dirty="0">
                <a:cs typeface="+mn-ea"/>
                <a:sym typeface="+mn-lt"/>
              </a:rPr>
              <a:t>가을 속의 별들을 다 </a:t>
            </a:r>
            <a:r>
              <a:rPr lang="ko-KR" altLang="en-US" dirty="0" err="1">
                <a:cs typeface="+mn-ea"/>
                <a:sym typeface="+mn-lt"/>
              </a:rPr>
              <a:t>헤일</a:t>
            </a:r>
            <a:r>
              <a:rPr lang="ko-KR" altLang="en-US" dirty="0">
                <a:cs typeface="+mn-ea"/>
                <a:sym typeface="+mn-lt"/>
              </a:rPr>
              <a:t> 듯합니다</a:t>
            </a:r>
            <a:r>
              <a:rPr lang="en-US" altLang="ko-KR" dirty="0">
                <a:cs typeface="+mn-ea"/>
                <a:sym typeface="+mn-lt"/>
              </a:rPr>
              <a:t>.</a:t>
            </a:r>
            <a:br>
              <a:rPr lang="en-US" altLang="ko-KR" dirty="0">
                <a:cs typeface="+mn-ea"/>
                <a:sym typeface="+mn-lt"/>
              </a:rPr>
            </a:br>
            <a:r>
              <a:rPr lang="ko-KR" altLang="en-US" dirty="0">
                <a:cs typeface="+mn-ea"/>
                <a:sym typeface="+mn-lt"/>
              </a:rPr>
              <a:t>가슴 속에 하나 둘 새겨지는 별을</a:t>
            </a:r>
            <a:br>
              <a:rPr lang="ko-KR" altLang="en-US" dirty="0">
                <a:cs typeface="+mn-ea"/>
                <a:sym typeface="+mn-lt"/>
              </a:rPr>
            </a:br>
            <a:r>
              <a:rPr lang="ko-KR" altLang="en-US" dirty="0">
                <a:cs typeface="+mn-ea"/>
                <a:sym typeface="+mn-lt"/>
              </a:rPr>
              <a:t>이제 다 못 헤는 것은</a:t>
            </a:r>
            <a:br>
              <a:rPr lang="ko-KR" altLang="en-US" dirty="0">
                <a:cs typeface="+mn-ea"/>
                <a:sym typeface="+mn-lt"/>
              </a:rPr>
            </a:br>
            <a:r>
              <a:rPr lang="ko-KR" altLang="en-US" dirty="0">
                <a:cs typeface="+mn-ea"/>
                <a:sym typeface="+mn-lt"/>
              </a:rPr>
              <a:t>쉬이 아침이 오는 까닭이요</a:t>
            </a:r>
            <a:r>
              <a:rPr lang="en-US" altLang="ko-KR" dirty="0">
                <a:cs typeface="+mn-ea"/>
                <a:sym typeface="+mn-lt"/>
              </a:rPr>
              <a:t>,</a:t>
            </a:r>
            <a:br>
              <a:rPr lang="en-US" altLang="ko-KR" dirty="0">
                <a:cs typeface="+mn-ea"/>
                <a:sym typeface="+mn-lt"/>
              </a:rPr>
            </a:br>
            <a:r>
              <a:rPr lang="ko-KR" altLang="en-US" dirty="0">
                <a:cs typeface="+mn-ea"/>
                <a:sym typeface="+mn-lt"/>
              </a:rPr>
              <a:t>내일 밤이 남은 까닭이요</a:t>
            </a:r>
            <a:r>
              <a:rPr lang="en-US" altLang="ko-KR" dirty="0">
                <a:cs typeface="+mn-ea"/>
                <a:sym typeface="+mn-lt"/>
              </a:rPr>
              <a:t>,</a:t>
            </a:r>
            <a:br>
              <a:rPr lang="en-US" altLang="ko-KR" dirty="0">
                <a:cs typeface="+mn-ea"/>
                <a:sym typeface="+mn-lt"/>
              </a:rPr>
            </a:br>
            <a:r>
              <a:rPr lang="ko-KR" altLang="en-US" dirty="0">
                <a:cs typeface="+mn-ea"/>
                <a:sym typeface="+mn-lt"/>
              </a:rPr>
              <a:t>아직 나의 청춘이 다하지 않은 까닭입니다</a:t>
            </a:r>
            <a:r>
              <a:rPr lang="en-US" altLang="ko-KR" dirty="0">
                <a:cs typeface="+mn-ea"/>
                <a:sym typeface="+mn-lt"/>
              </a:rPr>
              <a:t>.</a:t>
            </a:r>
            <a:br>
              <a:rPr lang="ko-KR" altLang="en-US" dirty="0">
                <a:cs typeface="+mn-ea"/>
                <a:sym typeface="+mn-lt"/>
              </a:rPr>
            </a:br>
            <a:r>
              <a:rPr lang="ko-KR" altLang="en-US" dirty="0">
                <a:cs typeface="+mn-ea"/>
                <a:sym typeface="+mn-lt"/>
              </a:rPr>
              <a:t>별 하나에 추억과</a:t>
            </a:r>
            <a:br>
              <a:rPr lang="ko-KR" altLang="en-US" dirty="0">
                <a:cs typeface="+mn-ea"/>
                <a:sym typeface="+mn-lt"/>
              </a:rPr>
            </a:br>
            <a:r>
              <a:rPr lang="ko-KR" altLang="en-US" dirty="0">
                <a:cs typeface="+mn-ea"/>
                <a:sym typeface="+mn-lt"/>
              </a:rPr>
              <a:t>별 하나에 사랑과</a:t>
            </a:r>
            <a:br>
              <a:rPr lang="ko-KR" altLang="en-US" dirty="0">
                <a:cs typeface="+mn-ea"/>
                <a:sym typeface="+mn-lt"/>
              </a:rPr>
            </a:br>
            <a:r>
              <a:rPr lang="ko-KR" altLang="en-US" dirty="0">
                <a:cs typeface="+mn-ea"/>
                <a:sym typeface="+mn-lt"/>
              </a:rPr>
              <a:t>별 하나에 쓸쓸함과</a:t>
            </a:r>
            <a:br>
              <a:rPr lang="ko-KR" altLang="en-US" dirty="0">
                <a:cs typeface="+mn-ea"/>
                <a:sym typeface="+mn-lt"/>
              </a:rPr>
            </a:br>
            <a:r>
              <a:rPr lang="ko-KR" altLang="en-US" dirty="0">
                <a:cs typeface="+mn-ea"/>
                <a:sym typeface="+mn-lt"/>
              </a:rPr>
              <a:t>별 하나에 동경과</a:t>
            </a:r>
            <a:br>
              <a:rPr lang="ko-KR" altLang="en-US" dirty="0">
                <a:cs typeface="+mn-ea"/>
                <a:sym typeface="+mn-lt"/>
              </a:rPr>
            </a:br>
            <a:r>
              <a:rPr lang="ko-KR" altLang="en-US" dirty="0">
                <a:cs typeface="+mn-ea"/>
                <a:sym typeface="+mn-lt"/>
              </a:rPr>
              <a:t>별 하나의 시와</a:t>
            </a:r>
            <a:br>
              <a:rPr lang="ko-KR" altLang="en-US" dirty="0">
                <a:cs typeface="+mn-ea"/>
                <a:sym typeface="+mn-lt"/>
              </a:rPr>
            </a:br>
            <a:r>
              <a:rPr lang="ko-KR" altLang="en-US" dirty="0">
                <a:cs typeface="+mn-ea"/>
                <a:sym typeface="+mn-lt"/>
              </a:rPr>
              <a:t>별 하나의 어머니</a:t>
            </a:r>
            <a:r>
              <a:rPr lang="en-US" altLang="ko-KR" dirty="0">
                <a:cs typeface="+mn-ea"/>
                <a:sym typeface="+mn-lt"/>
              </a:rPr>
              <a:t>, </a:t>
            </a:r>
            <a:r>
              <a:rPr lang="ko-KR" altLang="en-US" dirty="0">
                <a:cs typeface="+mn-ea"/>
                <a:sym typeface="+mn-lt"/>
              </a:rPr>
              <a:t>어머니</a:t>
            </a:r>
            <a:br>
              <a:rPr lang="ko-KR" altLang="en-US" dirty="0">
                <a:cs typeface="+mn-ea"/>
                <a:sym typeface="+mn-lt"/>
              </a:rPr>
            </a:br>
            <a:endParaRPr lang="ko-KR" altLang="en-US" dirty="0">
              <a:cs typeface="+mn-ea"/>
              <a:sym typeface="+mn-lt"/>
            </a:endParaRPr>
          </a:p>
        </p:txBody>
      </p:sp>
      <p:sp>
        <p:nvSpPr>
          <p:cNvPr id="28" name="矩形 27"/>
          <p:cNvSpPr/>
          <p:nvPr/>
        </p:nvSpPr>
        <p:spPr>
          <a:xfrm>
            <a:off x="5621642" y="777651"/>
            <a:ext cx="6096000" cy="5632311"/>
          </a:xfrm>
          <a:prstGeom prst="rect">
            <a:avLst/>
          </a:prstGeom>
        </p:spPr>
        <p:txBody>
          <a:bodyPr>
            <a:spAutoFit/>
          </a:bodyPr>
          <a:lstStyle/>
          <a:p>
            <a:r>
              <a:rPr lang="ko-KR" altLang="en-US" dirty="0">
                <a:cs typeface="+mn-ea"/>
                <a:sym typeface="+mn-lt"/>
              </a:rPr>
              <a:t>어머님</a:t>
            </a:r>
            <a:r>
              <a:rPr lang="en-US" altLang="ko-KR" dirty="0">
                <a:cs typeface="+mn-ea"/>
                <a:sym typeface="+mn-lt"/>
              </a:rPr>
              <a:t>, </a:t>
            </a:r>
            <a:r>
              <a:rPr lang="ko-KR" altLang="en-US" dirty="0">
                <a:cs typeface="+mn-ea"/>
                <a:sym typeface="+mn-lt"/>
              </a:rPr>
              <a:t>나는 별 하나의 아름다운 말 한마디씩 불러봅니다</a:t>
            </a:r>
            <a:r>
              <a:rPr lang="en-US" altLang="ko-KR" dirty="0">
                <a:cs typeface="+mn-ea"/>
                <a:sym typeface="+mn-lt"/>
              </a:rPr>
              <a:t>, </a:t>
            </a:r>
            <a:r>
              <a:rPr lang="ko-KR" altLang="en-US" dirty="0">
                <a:cs typeface="+mn-ea"/>
                <a:sym typeface="+mn-lt"/>
              </a:rPr>
              <a:t>소학교 때 책상을 같이했던 아이들의 이름과</a:t>
            </a:r>
            <a:r>
              <a:rPr lang="en-US" altLang="ko-KR" dirty="0">
                <a:cs typeface="+mn-ea"/>
                <a:sym typeface="+mn-lt"/>
              </a:rPr>
              <a:t>, </a:t>
            </a:r>
            <a:r>
              <a:rPr lang="ko-KR" altLang="en-US" dirty="0">
                <a:cs typeface="+mn-ea"/>
                <a:sym typeface="+mn-lt"/>
              </a:rPr>
              <a:t>패</a:t>
            </a:r>
            <a:r>
              <a:rPr lang="en-US" altLang="ko-KR" dirty="0">
                <a:cs typeface="+mn-ea"/>
                <a:sym typeface="+mn-lt"/>
              </a:rPr>
              <a:t>, </a:t>
            </a:r>
            <a:r>
              <a:rPr lang="ko-KR" altLang="en-US" dirty="0">
                <a:cs typeface="+mn-ea"/>
                <a:sym typeface="+mn-lt"/>
              </a:rPr>
              <a:t>경</a:t>
            </a:r>
            <a:r>
              <a:rPr lang="en-US" altLang="ko-KR" dirty="0">
                <a:cs typeface="+mn-ea"/>
                <a:sym typeface="+mn-lt"/>
              </a:rPr>
              <a:t>, </a:t>
            </a:r>
            <a:r>
              <a:rPr lang="ko-KR" altLang="en-US" dirty="0">
                <a:cs typeface="+mn-ea"/>
                <a:sym typeface="+mn-lt"/>
              </a:rPr>
              <a:t>옥</a:t>
            </a:r>
            <a:r>
              <a:rPr lang="en-US" altLang="ko-KR" dirty="0">
                <a:cs typeface="+mn-ea"/>
                <a:sym typeface="+mn-lt"/>
              </a:rPr>
              <a:t>,</a:t>
            </a:r>
            <a:r>
              <a:rPr lang="ko-KR" altLang="en-US" dirty="0">
                <a:cs typeface="+mn-ea"/>
                <a:sym typeface="+mn-lt"/>
              </a:rPr>
              <a:t>이런 이국 소녀들의 이름과</a:t>
            </a:r>
            <a:r>
              <a:rPr lang="en-US" altLang="ko-KR" dirty="0">
                <a:cs typeface="+mn-ea"/>
                <a:sym typeface="+mn-lt"/>
              </a:rPr>
              <a:t>, </a:t>
            </a:r>
            <a:r>
              <a:rPr lang="ko-KR" altLang="en-US" dirty="0">
                <a:cs typeface="+mn-ea"/>
                <a:sym typeface="+mn-lt"/>
              </a:rPr>
              <a:t>벌써 애기 어머니 된 계집애들의 이름과</a:t>
            </a:r>
            <a:r>
              <a:rPr lang="en-US" altLang="ko-KR" dirty="0">
                <a:cs typeface="+mn-ea"/>
                <a:sym typeface="+mn-lt"/>
              </a:rPr>
              <a:t>, </a:t>
            </a:r>
            <a:r>
              <a:rPr lang="ko-KR" altLang="en-US" dirty="0">
                <a:cs typeface="+mn-ea"/>
                <a:sym typeface="+mn-lt"/>
              </a:rPr>
              <a:t>가난한 이웃 사람들의 이름과</a:t>
            </a:r>
            <a:r>
              <a:rPr lang="en-US" altLang="ko-KR" dirty="0">
                <a:cs typeface="+mn-ea"/>
                <a:sym typeface="+mn-lt"/>
              </a:rPr>
              <a:t>, </a:t>
            </a:r>
            <a:r>
              <a:rPr lang="ko-KR" altLang="en-US" dirty="0">
                <a:cs typeface="+mn-ea"/>
                <a:sym typeface="+mn-lt"/>
              </a:rPr>
              <a:t>비둘기</a:t>
            </a:r>
            <a:r>
              <a:rPr lang="en-US" altLang="ko-KR" dirty="0">
                <a:cs typeface="+mn-ea"/>
                <a:sym typeface="+mn-lt"/>
              </a:rPr>
              <a:t>, </a:t>
            </a:r>
            <a:r>
              <a:rPr lang="ko-KR" altLang="en-US" dirty="0">
                <a:cs typeface="+mn-ea"/>
                <a:sym typeface="+mn-lt"/>
              </a:rPr>
              <a:t>강아지</a:t>
            </a:r>
            <a:r>
              <a:rPr lang="en-US" altLang="ko-KR" dirty="0">
                <a:cs typeface="+mn-ea"/>
                <a:sym typeface="+mn-lt"/>
              </a:rPr>
              <a:t>,</a:t>
            </a:r>
            <a:r>
              <a:rPr lang="ko-KR" altLang="en-US" dirty="0">
                <a:cs typeface="+mn-ea"/>
                <a:sym typeface="+mn-lt"/>
              </a:rPr>
              <a:t>토끼</a:t>
            </a:r>
            <a:r>
              <a:rPr lang="en-US" altLang="ko-KR" dirty="0">
                <a:cs typeface="+mn-ea"/>
                <a:sym typeface="+mn-lt"/>
              </a:rPr>
              <a:t>, </a:t>
            </a:r>
            <a:r>
              <a:rPr lang="ko-KR" altLang="en-US" dirty="0">
                <a:cs typeface="+mn-ea"/>
                <a:sym typeface="+mn-lt"/>
              </a:rPr>
              <a:t>노새</a:t>
            </a:r>
            <a:r>
              <a:rPr lang="en-US" altLang="ko-KR" dirty="0">
                <a:cs typeface="+mn-ea"/>
                <a:sym typeface="+mn-lt"/>
              </a:rPr>
              <a:t>, </a:t>
            </a:r>
            <a:r>
              <a:rPr lang="ko-KR" altLang="en-US" dirty="0">
                <a:cs typeface="+mn-ea"/>
                <a:sym typeface="+mn-lt"/>
              </a:rPr>
              <a:t>노루</a:t>
            </a:r>
            <a:r>
              <a:rPr lang="en-US" altLang="ko-KR" dirty="0">
                <a:cs typeface="+mn-ea"/>
                <a:sym typeface="+mn-lt"/>
              </a:rPr>
              <a:t>, </a:t>
            </a:r>
            <a:r>
              <a:rPr lang="ko-KR" altLang="en-US" dirty="0" err="1">
                <a:cs typeface="+mn-ea"/>
                <a:sym typeface="+mn-lt"/>
              </a:rPr>
              <a:t>프랑시스</a:t>
            </a:r>
            <a:r>
              <a:rPr lang="ko-KR" altLang="en-US" dirty="0">
                <a:cs typeface="+mn-ea"/>
                <a:sym typeface="+mn-lt"/>
              </a:rPr>
              <a:t> 잠</a:t>
            </a:r>
            <a:r>
              <a:rPr lang="en-US" altLang="ko-KR" dirty="0">
                <a:cs typeface="+mn-ea"/>
                <a:sym typeface="+mn-lt"/>
              </a:rPr>
              <a:t>, </a:t>
            </a:r>
            <a:r>
              <a:rPr lang="ko-KR" altLang="en-US" dirty="0" err="1">
                <a:cs typeface="+mn-ea"/>
                <a:sym typeface="+mn-lt"/>
              </a:rPr>
              <a:t>라이너</a:t>
            </a:r>
            <a:r>
              <a:rPr lang="ko-KR" altLang="en-US" dirty="0">
                <a:cs typeface="+mn-ea"/>
                <a:sym typeface="+mn-lt"/>
              </a:rPr>
              <a:t> 마리아 </a:t>
            </a:r>
            <a:r>
              <a:rPr lang="ko-KR" altLang="en-US" dirty="0" err="1">
                <a:cs typeface="+mn-ea"/>
                <a:sym typeface="+mn-lt"/>
              </a:rPr>
              <a:t>릴케</a:t>
            </a:r>
            <a:r>
              <a:rPr lang="ko-KR" altLang="en-US" dirty="0">
                <a:cs typeface="+mn-ea"/>
                <a:sym typeface="+mn-lt"/>
              </a:rPr>
              <a:t> 이런 시인의 이름을 불러봅니다</a:t>
            </a:r>
            <a:r>
              <a:rPr lang="en-US" altLang="ko-KR" dirty="0">
                <a:cs typeface="+mn-ea"/>
                <a:sym typeface="+mn-lt"/>
              </a:rPr>
              <a:t>,</a:t>
            </a:r>
            <a:br>
              <a:rPr lang="ko-KR" altLang="en-US" dirty="0">
                <a:cs typeface="+mn-ea"/>
                <a:sym typeface="+mn-lt"/>
              </a:rPr>
            </a:br>
            <a:r>
              <a:rPr lang="ko-KR" altLang="en-US" dirty="0">
                <a:cs typeface="+mn-ea"/>
                <a:sym typeface="+mn-lt"/>
              </a:rPr>
              <a:t>이네들은 너무나 멀리 있습니다</a:t>
            </a:r>
            <a:r>
              <a:rPr lang="en-US" altLang="ko-KR" dirty="0">
                <a:cs typeface="+mn-ea"/>
                <a:sym typeface="+mn-lt"/>
              </a:rPr>
              <a:t>.</a:t>
            </a:r>
            <a:br>
              <a:rPr lang="ko-KR" altLang="en-US" dirty="0">
                <a:cs typeface="+mn-ea"/>
                <a:sym typeface="+mn-lt"/>
              </a:rPr>
            </a:br>
            <a:r>
              <a:rPr lang="ko-KR" altLang="en-US" dirty="0">
                <a:cs typeface="+mn-ea"/>
                <a:sym typeface="+mn-lt"/>
              </a:rPr>
              <a:t>별이 </a:t>
            </a:r>
            <a:r>
              <a:rPr lang="ko-KR" altLang="en-US" dirty="0" err="1">
                <a:cs typeface="+mn-ea"/>
                <a:sym typeface="+mn-lt"/>
              </a:rPr>
              <a:t>아슬히</a:t>
            </a:r>
            <a:r>
              <a:rPr lang="ko-KR" altLang="en-US" dirty="0">
                <a:cs typeface="+mn-ea"/>
                <a:sym typeface="+mn-lt"/>
              </a:rPr>
              <a:t> 멀듯이</a:t>
            </a:r>
            <a:r>
              <a:rPr lang="en-US" altLang="ko-KR" dirty="0">
                <a:cs typeface="+mn-ea"/>
                <a:sym typeface="+mn-lt"/>
              </a:rPr>
              <a:t>,</a:t>
            </a:r>
            <a:br>
              <a:rPr lang="ko-KR" altLang="en-US" dirty="0">
                <a:cs typeface="+mn-ea"/>
                <a:sym typeface="+mn-lt"/>
              </a:rPr>
            </a:br>
            <a:r>
              <a:rPr lang="ko-KR" altLang="en-US" dirty="0">
                <a:cs typeface="+mn-ea"/>
                <a:sym typeface="+mn-lt"/>
              </a:rPr>
              <a:t>어머님</a:t>
            </a:r>
            <a:r>
              <a:rPr lang="en-US" altLang="ko-KR" dirty="0">
                <a:cs typeface="+mn-ea"/>
                <a:sym typeface="+mn-lt"/>
              </a:rPr>
              <a:t>, </a:t>
            </a:r>
            <a:r>
              <a:rPr lang="ko-KR" altLang="en-US" dirty="0">
                <a:cs typeface="+mn-ea"/>
                <a:sym typeface="+mn-lt"/>
              </a:rPr>
              <a:t>그리고 당신은 멀리 북간도에 계십니다</a:t>
            </a:r>
            <a:r>
              <a:rPr lang="en-US" altLang="ko-KR" dirty="0">
                <a:cs typeface="+mn-ea"/>
                <a:sym typeface="+mn-lt"/>
              </a:rPr>
              <a:t>.</a:t>
            </a:r>
            <a:br>
              <a:rPr lang="ko-KR" altLang="en-US" dirty="0">
                <a:cs typeface="+mn-ea"/>
                <a:sym typeface="+mn-lt"/>
              </a:rPr>
            </a:br>
            <a:r>
              <a:rPr lang="ko-KR" altLang="en-US" dirty="0">
                <a:cs typeface="+mn-ea"/>
                <a:sym typeface="+mn-lt"/>
              </a:rPr>
              <a:t>나는 무엇인지 그리워</a:t>
            </a:r>
            <a:br>
              <a:rPr lang="ko-KR" altLang="en-US" dirty="0">
                <a:cs typeface="+mn-ea"/>
                <a:sym typeface="+mn-lt"/>
              </a:rPr>
            </a:br>
            <a:r>
              <a:rPr lang="ko-KR" altLang="en-US" dirty="0">
                <a:cs typeface="+mn-ea"/>
                <a:sym typeface="+mn-lt"/>
              </a:rPr>
              <a:t>이 많은 별빛이 내린 언덕 위에</a:t>
            </a:r>
            <a:br>
              <a:rPr lang="ko-KR" altLang="en-US" dirty="0">
                <a:cs typeface="+mn-ea"/>
                <a:sym typeface="+mn-lt"/>
              </a:rPr>
            </a:br>
            <a:r>
              <a:rPr lang="ko-KR" altLang="en-US" dirty="0">
                <a:cs typeface="+mn-ea"/>
                <a:sym typeface="+mn-lt"/>
              </a:rPr>
              <a:t>내 이름자를 써보고</a:t>
            </a:r>
            <a:r>
              <a:rPr lang="en-US" altLang="ko-KR" dirty="0">
                <a:cs typeface="+mn-ea"/>
                <a:sym typeface="+mn-lt"/>
              </a:rPr>
              <a:t>,</a:t>
            </a:r>
            <a:br>
              <a:rPr lang="ko-KR" altLang="en-US" dirty="0">
                <a:cs typeface="+mn-ea"/>
                <a:sym typeface="+mn-lt"/>
              </a:rPr>
            </a:br>
            <a:r>
              <a:rPr lang="ko-KR" altLang="en-US" dirty="0">
                <a:cs typeface="+mn-ea"/>
                <a:sym typeface="+mn-lt"/>
              </a:rPr>
              <a:t>흙으로 덮어버리었습니다</a:t>
            </a:r>
            <a:r>
              <a:rPr lang="en-US" altLang="ko-KR" dirty="0">
                <a:cs typeface="+mn-ea"/>
                <a:sym typeface="+mn-lt"/>
              </a:rPr>
              <a:t>.</a:t>
            </a:r>
            <a:br>
              <a:rPr lang="ko-KR" altLang="en-US" dirty="0">
                <a:cs typeface="+mn-ea"/>
                <a:sym typeface="+mn-lt"/>
              </a:rPr>
            </a:br>
            <a:r>
              <a:rPr lang="ko-KR" altLang="en-US" dirty="0">
                <a:cs typeface="+mn-ea"/>
                <a:sym typeface="+mn-lt"/>
              </a:rPr>
              <a:t>딴은 밤을 새워 우는 벌레는</a:t>
            </a:r>
            <a:br>
              <a:rPr lang="ko-KR" altLang="en-US" dirty="0">
                <a:cs typeface="+mn-ea"/>
                <a:sym typeface="+mn-lt"/>
              </a:rPr>
            </a:br>
            <a:r>
              <a:rPr lang="ko-KR" altLang="en-US" dirty="0">
                <a:cs typeface="+mn-ea"/>
                <a:sym typeface="+mn-lt"/>
              </a:rPr>
              <a:t>부끄러운 이름을 슬퍼하는 까닭입니다</a:t>
            </a:r>
            <a:r>
              <a:rPr lang="en-US" altLang="ko-KR" dirty="0">
                <a:cs typeface="+mn-ea"/>
                <a:sym typeface="+mn-lt"/>
              </a:rPr>
              <a:t>.</a:t>
            </a:r>
            <a:br>
              <a:rPr lang="ko-KR" altLang="en-US" dirty="0">
                <a:cs typeface="+mn-ea"/>
                <a:sym typeface="+mn-lt"/>
              </a:rPr>
            </a:br>
            <a:r>
              <a:rPr lang="ko-KR" altLang="en-US" dirty="0">
                <a:cs typeface="+mn-ea"/>
                <a:sym typeface="+mn-lt"/>
              </a:rPr>
              <a:t>그러나 겨울이 지나고 나의 별에도 봄이 오면</a:t>
            </a:r>
            <a:br>
              <a:rPr lang="ko-KR" altLang="en-US" dirty="0">
                <a:cs typeface="+mn-ea"/>
                <a:sym typeface="+mn-lt"/>
              </a:rPr>
            </a:br>
            <a:r>
              <a:rPr lang="ko-KR" altLang="en-US" dirty="0">
                <a:cs typeface="+mn-ea"/>
                <a:sym typeface="+mn-lt"/>
              </a:rPr>
              <a:t>무덤 위에 파란 잔디가 </a:t>
            </a:r>
            <a:r>
              <a:rPr lang="ko-KR" altLang="en-US" dirty="0" err="1">
                <a:cs typeface="+mn-ea"/>
                <a:sym typeface="+mn-lt"/>
              </a:rPr>
              <a:t>피어나둣이</a:t>
            </a:r>
            <a:br>
              <a:rPr lang="ko-KR" altLang="en-US" dirty="0">
                <a:cs typeface="+mn-ea"/>
                <a:sym typeface="+mn-lt"/>
              </a:rPr>
            </a:br>
            <a:r>
              <a:rPr lang="ko-KR" altLang="en-US" dirty="0">
                <a:cs typeface="+mn-ea"/>
                <a:sym typeface="+mn-lt"/>
              </a:rPr>
              <a:t>내 이름자 묻힌 언덕 위에도</a:t>
            </a:r>
            <a:br>
              <a:rPr lang="ko-KR" altLang="en-US" dirty="0">
                <a:cs typeface="+mn-ea"/>
                <a:sym typeface="+mn-lt"/>
              </a:rPr>
            </a:br>
            <a:r>
              <a:rPr lang="ko-KR" altLang="en-US" dirty="0">
                <a:cs typeface="+mn-ea"/>
                <a:sym typeface="+mn-lt"/>
              </a:rPr>
              <a:t>자랑처럼 풀이 무성할 </a:t>
            </a:r>
            <a:r>
              <a:rPr lang="ko-KR" altLang="en-US" dirty="0" err="1">
                <a:cs typeface="+mn-ea"/>
                <a:sym typeface="+mn-lt"/>
              </a:rPr>
              <a:t>거외다</a:t>
            </a:r>
            <a:r>
              <a:rPr lang="en-US" altLang="ko-KR" dirty="0">
                <a:cs typeface="+mn-ea"/>
                <a:sym typeface="+mn-lt"/>
              </a:rPr>
              <a:t>.</a:t>
            </a:r>
            <a:br>
              <a:rPr lang="en-US" altLang="ko-KR" dirty="0">
                <a:cs typeface="+mn-ea"/>
                <a:sym typeface="+mn-lt"/>
              </a:rPr>
            </a:br>
            <a:endParaRPr lang="zh-CN" altLang="en-US" dirty="0">
              <a:cs typeface="+mn-ea"/>
              <a:sym typeface="+mn-lt"/>
            </a:endParaRPr>
          </a:p>
        </p:txBody>
      </p:sp>
      <p:sp>
        <p:nvSpPr>
          <p:cNvPr id="8" name="矩形 7">
            <a:extLst>
              <a:ext uri="{FF2B5EF4-FFF2-40B4-BE49-F238E27FC236}">
                <a16:creationId xmlns:a16="http://schemas.microsoft.com/office/drawing/2014/main" id="{316F8D1E-634B-4181-B8E0-5D83D48A6874}"/>
              </a:ext>
            </a:extLst>
          </p:cNvPr>
          <p:cNvSpPr/>
          <p:nvPr/>
        </p:nvSpPr>
        <p:spPr>
          <a:xfrm>
            <a:off x="0" y="444137"/>
            <a:ext cx="2086338" cy="60089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流程图: 过程 8">
            <a:extLst>
              <a:ext uri="{FF2B5EF4-FFF2-40B4-BE49-F238E27FC236}">
                <a16:creationId xmlns:a16="http://schemas.microsoft.com/office/drawing/2014/main" id="{23D2768E-128C-42DD-8E15-BCA1A44F8EF7}"/>
              </a:ext>
            </a:extLst>
          </p:cNvPr>
          <p:cNvSpPr/>
          <p:nvPr/>
        </p:nvSpPr>
        <p:spPr>
          <a:xfrm>
            <a:off x="0" y="339634"/>
            <a:ext cx="1994263" cy="590024"/>
          </a:xfrm>
          <a:prstGeom prst="flowChart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b="1" dirty="0">
                <a:cs typeface="+mn-ea"/>
                <a:sym typeface="+mn-lt"/>
              </a:rPr>
              <a:t>시를 소개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500845" y="1836565"/>
            <a:ext cx="5895702" cy="4196020"/>
          </a:xfrm>
          <a:prstGeom prst="rect">
            <a:avLst/>
          </a:prstGeom>
        </p:spPr>
        <p:txBody>
          <a:bodyPr wrap="square">
            <a:spAutoFit/>
          </a:bodyPr>
          <a:lstStyle/>
          <a:p>
            <a:pPr>
              <a:lnSpc>
                <a:spcPct val="150000"/>
              </a:lnSpc>
            </a:pPr>
            <a:r>
              <a:rPr lang="ko-KR" altLang="en-US" b="1" dirty="0">
                <a:cs typeface="+mn-ea"/>
                <a:sym typeface="+mn-lt"/>
              </a:rPr>
              <a:t>서시</a:t>
            </a:r>
            <a:r>
              <a:rPr lang="ko-KR" altLang="en-US" dirty="0">
                <a:cs typeface="+mn-ea"/>
                <a:sym typeface="+mn-lt"/>
              </a:rPr>
              <a:t> </a:t>
            </a:r>
            <a:r>
              <a:rPr lang="en-US" altLang="ko-KR" dirty="0">
                <a:cs typeface="+mn-ea"/>
                <a:sym typeface="+mn-lt"/>
              </a:rPr>
              <a:t>— </a:t>
            </a:r>
            <a:r>
              <a:rPr lang="ko-KR" altLang="en-US" dirty="0">
                <a:cs typeface="+mn-ea"/>
                <a:sym typeface="+mn-lt"/>
              </a:rPr>
              <a:t>윤동주</a:t>
            </a:r>
            <a:br>
              <a:rPr lang="ko-KR" altLang="en-US" dirty="0">
                <a:cs typeface="+mn-ea"/>
                <a:sym typeface="+mn-lt"/>
              </a:rPr>
            </a:br>
            <a:br>
              <a:rPr lang="ko-KR" altLang="en-US" dirty="0">
                <a:cs typeface="+mn-ea"/>
                <a:sym typeface="+mn-lt"/>
              </a:rPr>
            </a:br>
            <a:r>
              <a:rPr lang="ko-KR" altLang="en-US" dirty="0">
                <a:cs typeface="+mn-ea"/>
                <a:sym typeface="+mn-lt"/>
              </a:rPr>
              <a:t>죽는 날까지 하늘을 우러러 한 점 부끄럼이 없기를</a:t>
            </a:r>
            <a:r>
              <a:rPr lang="en-US" altLang="ko-KR" dirty="0">
                <a:cs typeface="+mn-ea"/>
                <a:sym typeface="+mn-lt"/>
              </a:rPr>
              <a:t>.</a:t>
            </a:r>
            <a:br>
              <a:rPr lang="ko-KR" altLang="en-US" dirty="0">
                <a:cs typeface="+mn-ea"/>
                <a:sym typeface="+mn-lt"/>
              </a:rPr>
            </a:br>
            <a:r>
              <a:rPr lang="ko-KR" altLang="en-US" dirty="0">
                <a:cs typeface="+mn-ea"/>
                <a:sym typeface="+mn-lt"/>
              </a:rPr>
              <a:t>잎새에 이는 바람에도 나는 괴로워했다</a:t>
            </a:r>
            <a:r>
              <a:rPr lang="en-US" altLang="ko-KR" dirty="0">
                <a:cs typeface="+mn-ea"/>
                <a:sym typeface="+mn-lt"/>
              </a:rPr>
              <a:t>.</a:t>
            </a:r>
            <a:br>
              <a:rPr lang="ko-KR" altLang="en-US" dirty="0">
                <a:cs typeface="+mn-ea"/>
                <a:sym typeface="+mn-lt"/>
              </a:rPr>
            </a:br>
            <a:r>
              <a:rPr lang="ko-KR" altLang="en-US" dirty="0">
                <a:cs typeface="+mn-ea"/>
                <a:sym typeface="+mn-lt"/>
              </a:rPr>
              <a:t>별을 노래하는 마음으로</a:t>
            </a:r>
            <a:br>
              <a:rPr lang="ko-KR" altLang="en-US" dirty="0">
                <a:cs typeface="+mn-ea"/>
                <a:sym typeface="+mn-lt"/>
              </a:rPr>
            </a:br>
            <a:r>
              <a:rPr lang="ko-KR" altLang="en-US" dirty="0">
                <a:cs typeface="+mn-ea"/>
                <a:sym typeface="+mn-lt"/>
              </a:rPr>
              <a:t>모든 죽어가는 것을 </a:t>
            </a:r>
            <a:r>
              <a:rPr lang="ko-KR" altLang="en-US" dirty="0" err="1">
                <a:cs typeface="+mn-ea"/>
                <a:sym typeface="+mn-lt"/>
              </a:rPr>
              <a:t>사랑해야지</a:t>
            </a:r>
            <a:r>
              <a:rPr lang="en-US" altLang="ko-KR" dirty="0">
                <a:cs typeface="+mn-ea"/>
                <a:sym typeface="+mn-lt"/>
              </a:rPr>
              <a:t>.</a:t>
            </a:r>
            <a:br>
              <a:rPr lang="ko-KR" altLang="en-US" dirty="0">
                <a:cs typeface="+mn-ea"/>
                <a:sym typeface="+mn-lt"/>
              </a:rPr>
            </a:br>
            <a:r>
              <a:rPr lang="ko-KR" altLang="en-US" dirty="0">
                <a:cs typeface="+mn-ea"/>
                <a:sym typeface="+mn-lt"/>
              </a:rPr>
              <a:t>그리고 </a:t>
            </a:r>
            <a:r>
              <a:rPr lang="ko-KR" altLang="en-US" dirty="0" err="1">
                <a:cs typeface="+mn-ea"/>
                <a:sym typeface="+mn-lt"/>
              </a:rPr>
              <a:t>나한테</a:t>
            </a:r>
            <a:r>
              <a:rPr lang="ko-KR" altLang="en-US" dirty="0">
                <a:cs typeface="+mn-ea"/>
                <a:sym typeface="+mn-lt"/>
              </a:rPr>
              <a:t> 주어진 길을 </a:t>
            </a:r>
            <a:r>
              <a:rPr lang="ko-KR" altLang="en-US" dirty="0" err="1">
                <a:cs typeface="+mn-ea"/>
                <a:sym typeface="+mn-lt"/>
              </a:rPr>
              <a:t>걸어가야겠다</a:t>
            </a:r>
            <a:r>
              <a:rPr lang="en-US" altLang="ko-KR" dirty="0">
                <a:cs typeface="+mn-ea"/>
                <a:sym typeface="+mn-lt"/>
              </a:rPr>
              <a:t>.</a:t>
            </a:r>
            <a:br>
              <a:rPr lang="ko-KR" altLang="en-US" dirty="0">
                <a:cs typeface="+mn-ea"/>
                <a:sym typeface="+mn-lt"/>
              </a:rPr>
            </a:br>
            <a:r>
              <a:rPr lang="ko-KR" altLang="en-US" dirty="0">
                <a:cs typeface="+mn-ea"/>
                <a:sym typeface="+mn-lt"/>
              </a:rPr>
              <a:t>오늘밤에도 별이 바람에 </a:t>
            </a:r>
            <a:r>
              <a:rPr lang="ko-KR" altLang="en-US" dirty="0" err="1">
                <a:cs typeface="+mn-ea"/>
                <a:sym typeface="+mn-lt"/>
              </a:rPr>
              <a:t>스치운다</a:t>
            </a:r>
            <a:r>
              <a:rPr lang="en-US" altLang="ko-KR" dirty="0">
                <a:cs typeface="+mn-ea"/>
                <a:sym typeface="+mn-lt"/>
              </a:rPr>
              <a:t>.</a:t>
            </a:r>
            <a:br>
              <a:rPr lang="en-US" altLang="ko-KR" dirty="0">
                <a:cs typeface="+mn-ea"/>
                <a:sym typeface="+mn-lt"/>
              </a:rPr>
            </a:br>
            <a:br>
              <a:rPr lang="en-US" altLang="ko-KR" dirty="0">
                <a:cs typeface="+mn-ea"/>
                <a:sym typeface="+mn-lt"/>
              </a:rPr>
            </a:br>
            <a:endParaRPr lang="en-US" altLang="ko-KR" dirty="0">
              <a:cs typeface="+mn-ea"/>
              <a:sym typeface="+mn-lt"/>
            </a:endParaRPr>
          </a:p>
        </p:txBody>
      </p:sp>
      <p:sp>
        <p:nvSpPr>
          <p:cNvPr id="7" name="矩形 6">
            <a:extLst>
              <a:ext uri="{FF2B5EF4-FFF2-40B4-BE49-F238E27FC236}">
                <a16:creationId xmlns:a16="http://schemas.microsoft.com/office/drawing/2014/main" id="{3B14EAC9-CE69-4933-A5D6-F46893BF8994}"/>
              </a:ext>
            </a:extLst>
          </p:cNvPr>
          <p:cNvSpPr/>
          <p:nvPr/>
        </p:nvSpPr>
        <p:spPr>
          <a:xfrm>
            <a:off x="0" y="444137"/>
            <a:ext cx="2086338" cy="60089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流程图: 过程 7">
            <a:extLst>
              <a:ext uri="{FF2B5EF4-FFF2-40B4-BE49-F238E27FC236}">
                <a16:creationId xmlns:a16="http://schemas.microsoft.com/office/drawing/2014/main" id="{50BCA724-FE50-48D6-B77B-C9C4BCC4C721}"/>
              </a:ext>
            </a:extLst>
          </p:cNvPr>
          <p:cNvSpPr/>
          <p:nvPr/>
        </p:nvSpPr>
        <p:spPr>
          <a:xfrm>
            <a:off x="0" y="339634"/>
            <a:ext cx="1994263" cy="590024"/>
          </a:xfrm>
          <a:prstGeom prst="flowChart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b="1" dirty="0">
                <a:cs typeface="+mn-ea"/>
                <a:sym typeface="+mn-lt"/>
              </a:rPr>
              <a:t>시를 소개</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65BB1430-789E-4B0D-9D9E-0022FF70897E}"/>
              </a:ext>
            </a:extLst>
          </p:cNvPr>
          <p:cNvPicPr>
            <a:picLocks noChangeAspect="1"/>
          </p:cNvPicPr>
          <p:nvPr/>
        </p:nvPicPr>
        <p:blipFill rotWithShape="1">
          <a:blip r:embed="rId2">
            <a:extLst>
              <a:ext uri="{28A0092B-C50C-407E-A947-70E740481C1C}">
                <a14:useLocalDpi xmlns:a14="http://schemas.microsoft.com/office/drawing/2010/main" val="0"/>
              </a:ext>
            </a:extLst>
          </a:blip>
          <a:srcRect r="13777" b="-1"/>
          <a:stretch/>
        </p:blipFill>
        <p:spPr>
          <a:xfrm>
            <a:off x="20" y="10"/>
            <a:ext cx="12191980" cy="685799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06772" y="2431886"/>
            <a:ext cx="5603628" cy="973538"/>
          </a:xfrm>
        </p:spPr>
        <p:txBody>
          <a:bodyPr/>
          <a:lstStyle/>
          <a:p>
            <a:r>
              <a:rPr lang="ko-KR" altLang="en-US" dirty="0">
                <a:latin typeface="+mj-ea"/>
                <a:cs typeface="+mn-ea"/>
                <a:sym typeface="+mn-lt"/>
              </a:rPr>
              <a:t>잘 들어 주셔서 감사합니다</a:t>
            </a:r>
            <a:r>
              <a:rPr lang="en-US" altLang="ko-KR" dirty="0">
                <a:latin typeface="+mj-ea"/>
                <a:cs typeface="+mn-ea"/>
                <a:sym typeface="+mn-lt"/>
              </a:rPr>
              <a:t>.</a:t>
            </a:r>
            <a:endParaRPr lang="zh-CN" altLang="en-US" b="0" dirty="0">
              <a:latin typeface="+mj-ea"/>
              <a:cs typeface="+mn-ea"/>
              <a:sym typeface="+mn-lt"/>
            </a:endParaRPr>
          </a:p>
        </p:txBody>
      </p:sp>
      <p:pic>
        <p:nvPicPr>
          <p:cNvPr id="10" name="图片占位符 9"/>
          <p:cNvPicPr>
            <a:picLocks noGrp="1" noChangeAspect="1"/>
          </p:cNvPicPr>
          <p:nvPr>
            <p:ph type="pic" sz="quarter" idx="10"/>
          </p:nvPr>
        </p:nvPicPr>
        <p:blipFill rotWithShape="1">
          <a:blip r:embed="rId2" cstate="print">
            <a:extLst>
              <a:ext uri="{28A0092B-C50C-407E-A947-70E740481C1C}">
                <a14:useLocalDpi xmlns:a14="http://schemas.microsoft.com/office/drawing/2010/main" val="0"/>
              </a:ext>
            </a:extLst>
          </a:blip>
          <a:srcRect l="22548" t="8328" r="22255" b="4496"/>
          <a:stretch/>
        </p:blipFill>
        <p:spPr>
          <a:xfrm>
            <a:off x="7203549" y="1724306"/>
            <a:ext cx="3394783" cy="3442498"/>
          </a:xfrm>
        </p:spPr>
      </p:pic>
      <p:cxnSp>
        <p:nvCxnSpPr>
          <p:cNvPr id="12" name="直接连接符 11"/>
          <p:cNvCxnSpPr/>
          <p:nvPr/>
        </p:nvCxnSpPr>
        <p:spPr>
          <a:xfrm>
            <a:off x="1406772" y="4083010"/>
            <a:ext cx="380047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406772" y="3574142"/>
            <a:ext cx="380047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 name="文本占位符 7"/>
          <p:cNvSpPr>
            <a:spLocks noGrp="1"/>
          </p:cNvSpPr>
          <p:nvPr>
            <p:ph type="body" sz="quarter" idx="17"/>
          </p:nvPr>
        </p:nvSpPr>
        <p:spPr>
          <a:xfrm>
            <a:off x="1406772" y="3682927"/>
            <a:ext cx="4482645" cy="310871"/>
          </a:xfrm>
        </p:spPr>
        <p:txBody>
          <a:bodyPr>
            <a:normAutofit lnSpcReduction="10000"/>
          </a:bodyPr>
          <a:lstStyle/>
          <a:p>
            <a:r>
              <a:rPr lang="en-US" altLang="zh-CN" sz="1600" dirty="0">
                <a:cs typeface="+mn-ea"/>
                <a:sym typeface="+mn-lt"/>
              </a:rPr>
              <a:t>Thank you for listening.</a:t>
            </a:r>
            <a:endParaRPr lang="zh-CN" altLang="en-US" sz="1600" dirty="0">
              <a:cs typeface="+mn-ea"/>
              <a:sym typeface="+mn-l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DIAGRAM" val="4f89c324-0ada-4edd-8b9a-795a75559d29"/>
</p:tagLst>
</file>

<file path=ppt/tags/tag2.xml><?xml version="1.0" encoding="utf-8"?>
<p:tagLst xmlns:a="http://schemas.openxmlformats.org/drawingml/2006/main" xmlns:r="http://schemas.openxmlformats.org/officeDocument/2006/relationships" xmlns:p="http://schemas.openxmlformats.org/presentationml/2006/main">
  <p:tag name="ISLIDE.DIAGRAM" val="4da78c0c-94bf-4188-a5be-bc25ffb19aa2"/>
</p:tagLst>
</file>

<file path=ppt/tags/tag3.xml><?xml version="1.0" encoding="utf-8"?>
<p:tagLst xmlns:a="http://schemas.openxmlformats.org/drawingml/2006/main" xmlns:r="http://schemas.openxmlformats.org/officeDocument/2006/relationships" xmlns:p="http://schemas.openxmlformats.org/presentationml/2006/main">
  <p:tag name="ISLIDE.DIAGRAM" val="4454"/>
</p:tagLst>
</file>

<file path=ppt/tags/tag4.xml><?xml version="1.0" encoding="utf-8"?>
<p:tagLst xmlns:a="http://schemas.openxmlformats.org/drawingml/2006/main" xmlns:r="http://schemas.openxmlformats.org/officeDocument/2006/relationships" xmlns:p="http://schemas.openxmlformats.org/presentationml/2006/main">
  <p:tag name="ISLIDE.DIAGRAM" val="192343"/>
</p:tagLst>
</file>

<file path=ppt/theme/theme1.xml><?xml version="1.0" encoding="utf-8"?>
<a:theme xmlns:a="http://schemas.openxmlformats.org/drawingml/2006/main" name="主题5">
  <a:themeElements>
    <a:clrScheme name="自定义 36">
      <a:dk1>
        <a:sysClr val="windowText" lastClr="000000"/>
      </a:dk1>
      <a:lt1>
        <a:sysClr val="window" lastClr="FFFFFF"/>
      </a:lt1>
      <a:dk2>
        <a:srgbClr val="323A42"/>
      </a:dk2>
      <a:lt2>
        <a:srgbClr val="D2D7DD"/>
      </a:lt2>
      <a:accent1>
        <a:srgbClr val="F37432"/>
      </a:accent1>
      <a:accent2>
        <a:srgbClr val="595959"/>
      </a:accent2>
      <a:accent3>
        <a:srgbClr val="788899"/>
      </a:accent3>
      <a:accent4>
        <a:srgbClr val="C3986D"/>
      </a:accent4>
      <a:accent5>
        <a:srgbClr val="A19574"/>
      </a:accent5>
      <a:accent6>
        <a:srgbClr val="C17529"/>
      </a:accent6>
      <a:hlink>
        <a:srgbClr val="F37432"/>
      </a:hlink>
      <a:folHlink>
        <a:srgbClr val="323A42"/>
      </a:folHlink>
    </a:clrScheme>
    <a:fontScheme name="ai0woe0d">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i0woe0d">
      <a:majorFont>
        <a:latin typeface="Arial"/>
        <a:ea typeface="Microsoft YaHei"/>
        <a:cs typeface=""/>
      </a:majorFont>
      <a:minorFont>
        <a:latin typeface="Arial"/>
        <a:ea typeface="Microsoft YaHei"/>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525</Words>
  <Application>Microsoft Office PowerPoint</Application>
  <PresentationFormat>宽屏</PresentationFormat>
  <Paragraphs>125</Paragraphs>
  <Slides>21</Slides>
  <Notes>1</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21</vt:i4>
      </vt:variant>
    </vt:vector>
  </HeadingPairs>
  <TitlesOfParts>
    <vt:vector size="29" baseType="lpstr">
      <vt:lpstr>宋体</vt:lpstr>
      <vt:lpstr>Microsoft YaHei</vt:lpstr>
      <vt:lpstr>Microsoft YaHei</vt:lpstr>
      <vt:lpstr>Arial</vt:lpstr>
      <vt:lpstr>Calibri</vt:lpstr>
      <vt:lpstr>Segoe UI Light</vt:lpstr>
      <vt:lpstr>主题5</vt:lpstr>
      <vt:lpstr>OfficePLUS</vt:lpstr>
      <vt:lpstr>PowerPoint 演示文稿</vt:lpstr>
      <vt:lpstr>PowerPoint 演示文稿</vt:lpstr>
      <vt:lpstr>시인소개</vt:lpstr>
      <vt:lpstr>PowerPoint 演示文稿</vt:lpstr>
      <vt:lpstr>시인의 역사적 배경</vt:lpstr>
      <vt:lpstr>PowerPoint 演示文稿</vt:lpstr>
      <vt:lpstr>PowerPoint 演示文稿</vt:lpstr>
      <vt:lpstr>윤동주의 생애</vt:lpstr>
      <vt:lpstr>PowerPoint 演示文稿</vt:lpstr>
      <vt:lpstr>PowerPoint 演示文稿</vt:lpstr>
      <vt:lpstr>PowerPoint 演示文稿</vt:lpstr>
      <vt:lpstr>전쟁시기</vt:lpstr>
      <vt:lpstr>시를 소개</vt:lpstr>
      <vt:lpstr>PowerPoint 演示文稿</vt:lpstr>
      <vt:lpstr>PowerPoint 演示文稿</vt:lpstr>
      <vt:lpstr>‘절망 속에서 꽃을 피우다.’</vt:lpstr>
      <vt:lpstr>‘절망 속에서 꽃을 피우다.’</vt:lpstr>
      <vt:lpstr>PowerPoint 演示文稿</vt:lpstr>
      <vt:lpstr>PowerPoint 演示文稿</vt:lpstr>
      <vt:lpstr>PowerPoint 演示文稿</vt:lpstr>
      <vt:lpstr>잘 들어 주셔서 감사합니다.</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张 昊宇</dc:creator>
  <cp:lastModifiedBy>张 昊宇</cp:lastModifiedBy>
  <cp:revision>11</cp:revision>
  <dcterms:created xsi:type="dcterms:W3CDTF">2018-11-28T13:31:59Z</dcterms:created>
  <dcterms:modified xsi:type="dcterms:W3CDTF">2018-11-29T08:25:15Z</dcterms:modified>
</cp:coreProperties>
</file>